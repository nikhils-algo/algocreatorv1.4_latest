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9" r:id="rId5"/>
    <p:sldMasterId id="214748368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0CF9525-2A75-40DB-808C-410FF838EE70}">
  <a:tblStyle styleId="{20CF9525-2A75-40DB-808C-410FF838EE7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0dcd8f20f3_0_86: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41" name="Google Shape;141;g30dcd8f20f3_0_86:notes"/>
          <p:cNvSpPr/>
          <p:nvPr>
            <p:ph idx="2" type="sldImg"/>
          </p:nvPr>
        </p:nvSpPr>
        <p:spPr>
          <a:xfrm>
            <a:off x="217488" y="812800"/>
            <a:ext cx="7124700" cy="40083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0e91b56f1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0e91b56f1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0e91b56f1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0e91b56f1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ff2cff1bd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ff2cff1bd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0fb40cd0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0fb40cd0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0e91b56f1d_0_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30e91b56f1d_0_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rPr lang="en"/>
              <a:t>2</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0e91b56f1d_0_148: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31" name="Google Shape;231;g30e91b56f1d_0_148:notes"/>
          <p:cNvSpPr/>
          <p:nvPr>
            <p:ph idx="2" type="sldImg"/>
          </p:nvPr>
        </p:nvSpPr>
        <p:spPr>
          <a:xfrm>
            <a:off x="217488" y="812800"/>
            <a:ext cx="7124700" cy="40083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0e91b56f1d_0_155: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39" name="Google Shape;239;g30e91b56f1d_0_155:notes"/>
          <p:cNvSpPr/>
          <p:nvPr>
            <p:ph idx="2" type="sldImg"/>
          </p:nvPr>
        </p:nvSpPr>
        <p:spPr>
          <a:xfrm>
            <a:off x="217488" y="812800"/>
            <a:ext cx="7124700" cy="40083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0e91b56f1d_0_166: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0e91b56f1d_0_166:notes"/>
          <p:cNvSpPr txBox="1"/>
          <p:nvPr>
            <p:ph idx="1" type="body"/>
          </p:nvPr>
        </p:nvSpPr>
        <p:spPr>
          <a:xfrm>
            <a:off x="756000" y="5078520"/>
            <a:ext cx="6047700" cy="481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g30e91b56f1d_0_166:notes"/>
          <p:cNvSpPr txBox="1"/>
          <p:nvPr>
            <p:ph idx="12" type="sldNum"/>
          </p:nvPr>
        </p:nvSpPr>
        <p:spPr>
          <a:xfrm>
            <a:off x="4278960" y="10157400"/>
            <a:ext cx="3280800" cy="534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400"/>
              <a:buFont typeface="Arial"/>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101cf3867e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101cf3867e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101cf3867e_0_8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101cf3867e_0_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101cf3867e_0_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101cf3867e_0_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0e91b56f1d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g30e91b56f1d_0_1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0e91b56f1d_0_180: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92" name="Google Shape;292;g30e91b56f1d_0_180:notes"/>
          <p:cNvSpPr/>
          <p:nvPr>
            <p:ph idx="2" type="sldImg"/>
          </p:nvPr>
        </p:nvSpPr>
        <p:spPr>
          <a:xfrm>
            <a:off x="217488" y="812800"/>
            <a:ext cx="7124700" cy="40083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101cf3867e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g3101cf3867e_0_4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101cf3867e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101cf3867e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101cf3867e_0_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101cf3867e_0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101cf3867e_0_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101cf3867e_0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101cf3867e_0_9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101cf3867e_0_9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0e91b56f1d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0e91b56f1d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0e91b56f1d_0_371: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40" name="Google Shape;440;g30e91b56f1d_0_371:notes"/>
          <p:cNvSpPr/>
          <p:nvPr>
            <p:ph idx="2" type="sldImg"/>
          </p:nvPr>
        </p:nvSpPr>
        <p:spPr>
          <a:xfrm>
            <a:off x="217488" y="812800"/>
            <a:ext cx="7124700" cy="40083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0e91b56f1d_0_381: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51" name="Google Shape;451;g30e91b56f1d_0_381:notes"/>
          <p:cNvSpPr/>
          <p:nvPr>
            <p:ph idx="2" type="sldImg"/>
          </p:nvPr>
        </p:nvSpPr>
        <p:spPr>
          <a:xfrm>
            <a:off x="217488" y="812800"/>
            <a:ext cx="7124700" cy="40083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101cf3867e_0_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101cf3867e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101cf3867e_0_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101cf3867e_0_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53" name="Shape 53"/>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54" name="Shape 54"/>
        <p:cNvGrpSpPr/>
        <p:nvPr/>
      </p:nvGrpSpPr>
      <p:grpSpPr>
        <a:xfrm>
          <a:off x="0" y="0"/>
          <a:ext cx="0" cy="0"/>
          <a:chOff x="0" y="0"/>
          <a:chExt cx="0" cy="0"/>
        </a:xfrm>
      </p:grpSpPr>
      <p:sp>
        <p:nvSpPr>
          <p:cNvPr id="55" name="Google Shape;55;p15"/>
          <p:cNvSpPr txBox="1"/>
          <p:nvPr>
            <p:ph type="title"/>
          </p:nvPr>
        </p:nvSpPr>
        <p:spPr>
          <a:xfrm>
            <a:off x="457110" y="205200"/>
            <a:ext cx="8229300" cy="8586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6" name="Google Shape;56;p15"/>
          <p:cNvSpPr txBox="1"/>
          <p:nvPr>
            <p:ph idx="1" type="subTitle"/>
          </p:nvPr>
        </p:nvSpPr>
        <p:spPr>
          <a:xfrm>
            <a:off x="457110" y="1203390"/>
            <a:ext cx="8229300" cy="2983200"/>
          </a:xfrm>
          <a:prstGeom prst="rect">
            <a:avLst/>
          </a:prstGeom>
          <a:noFill/>
          <a:ln>
            <a:noFill/>
          </a:ln>
        </p:spPr>
        <p:txBody>
          <a:bodyPr anchorCtr="0" anchor="ctr" bIns="0" lIns="0" spcFirstLastPara="1" rIns="0" wrap="square" tIns="0">
            <a:normAutofit/>
          </a:bodyPr>
          <a:lstStyle>
            <a:lvl1pPr lvl="0" algn="l">
              <a:lnSpc>
                <a:spcPct val="90000"/>
              </a:lnSpc>
              <a:spcBef>
                <a:spcPts val="800"/>
              </a:spcBef>
              <a:spcAft>
                <a:spcPts val="0"/>
              </a:spcAft>
              <a:buClr>
                <a:schemeClr val="dk1"/>
              </a:buClr>
              <a:buSzPts val="1400"/>
              <a:buChar char="•"/>
              <a:defRPr/>
            </a:lvl1pPr>
            <a:lvl2pPr lvl="1" algn="l">
              <a:lnSpc>
                <a:spcPct val="90000"/>
              </a:lnSpc>
              <a:spcBef>
                <a:spcPts val="400"/>
              </a:spcBef>
              <a:spcAft>
                <a:spcPts val="0"/>
              </a:spcAft>
              <a:buClr>
                <a:schemeClr val="dk1"/>
              </a:buClr>
              <a:buSzPts val="1400"/>
              <a:buChar char="•"/>
              <a:defRPr/>
            </a:lvl2pPr>
            <a:lvl3pPr lvl="2" algn="l">
              <a:lnSpc>
                <a:spcPct val="90000"/>
              </a:lnSpc>
              <a:spcBef>
                <a:spcPts val="400"/>
              </a:spcBef>
              <a:spcAft>
                <a:spcPts val="0"/>
              </a:spcAft>
              <a:buClr>
                <a:schemeClr val="dk1"/>
              </a:buClr>
              <a:buSzPts val="1400"/>
              <a:buChar char="•"/>
              <a:defRPr/>
            </a:lvl3pPr>
            <a:lvl4pPr lvl="3" algn="l">
              <a:lnSpc>
                <a:spcPct val="90000"/>
              </a:lnSpc>
              <a:spcBef>
                <a:spcPts val="400"/>
              </a:spcBef>
              <a:spcAft>
                <a:spcPts val="0"/>
              </a:spcAft>
              <a:buClr>
                <a:schemeClr val="dk1"/>
              </a:buClr>
              <a:buSzPts val="1400"/>
              <a:buChar char="•"/>
              <a:defRPr/>
            </a:lvl4pPr>
            <a:lvl5pPr lvl="4" algn="l">
              <a:lnSpc>
                <a:spcPct val="90000"/>
              </a:lnSpc>
              <a:spcBef>
                <a:spcPts val="400"/>
              </a:spcBef>
              <a:spcAft>
                <a:spcPts val="0"/>
              </a:spcAft>
              <a:buClr>
                <a:schemeClr val="dk1"/>
              </a:buClr>
              <a:buSzPts val="1400"/>
              <a:buChar char="•"/>
              <a:defRPr/>
            </a:lvl5pPr>
            <a:lvl6pPr lvl="5" algn="l">
              <a:lnSpc>
                <a:spcPct val="90000"/>
              </a:lnSpc>
              <a:spcBef>
                <a:spcPts val="400"/>
              </a:spcBef>
              <a:spcAft>
                <a:spcPts val="0"/>
              </a:spcAft>
              <a:buClr>
                <a:schemeClr val="dk1"/>
              </a:buClr>
              <a:buSzPts val="1400"/>
              <a:buChar char="•"/>
              <a:defRPr/>
            </a:lvl6pPr>
            <a:lvl7pPr lvl="6" algn="l">
              <a:lnSpc>
                <a:spcPct val="90000"/>
              </a:lnSpc>
              <a:spcBef>
                <a:spcPts val="400"/>
              </a:spcBef>
              <a:spcAft>
                <a:spcPts val="0"/>
              </a:spcAft>
              <a:buClr>
                <a:schemeClr val="dk1"/>
              </a:buClr>
              <a:buSzPts val="1400"/>
              <a:buChar char="•"/>
              <a:defRPr/>
            </a:lvl7pPr>
            <a:lvl8pPr lvl="7" algn="l">
              <a:lnSpc>
                <a:spcPct val="90000"/>
              </a:lnSpc>
              <a:spcBef>
                <a:spcPts val="400"/>
              </a:spcBef>
              <a:spcAft>
                <a:spcPts val="0"/>
              </a:spcAft>
              <a:buClr>
                <a:schemeClr val="dk1"/>
              </a:buClr>
              <a:buSzPts val="1400"/>
              <a:buChar char="•"/>
              <a:defRPr/>
            </a:lvl8pPr>
            <a:lvl9pPr lvl="8"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57" name="Shape 57"/>
        <p:cNvGrpSpPr/>
        <p:nvPr/>
      </p:nvGrpSpPr>
      <p:grpSpPr>
        <a:xfrm>
          <a:off x="0" y="0"/>
          <a:ext cx="0" cy="0"/>
          <a:chOff x="0" y="0"/>
          <a:chExt cx="0" cy="0"/>
        </a:xfrm>
      </p:grpSpPr>
      <p:sp>
        <p:nvSpPr>
          <p:cNvPr id="58" name="Google Shape;58;p16"/>
          <p:cNvSpPr txBox="1"/>
          <p:nvPr>
            <p:ph type="title"/>
          </p:nvPr>
        </p:nvSpPr>
        <p:spPr>
          <a:xfrm>
            <a:off x="457110" y="205200"/>
            <a:ext cx="8229300" cy="8586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16"/>
          <p:cNvSpPr txBox="1"/>
          <p:nvPr>
            <p:ph idx="1" type="body"/>
          </p:nvPr>
        </p:nvSpPr>
        <p:spPr>
          <a:xfrm>
            <a:off x="457110" y="1203390"/>
            <a:ext cx="8229300" cy="29832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60" name="Shape 60"/>
        <p:cNvGrpSpPr/>
        <p:nvPr/>
      </p:nvGrpSpPr>
      <p:grpSpPr>
        <a:xfrm>
          <a:off x="0" y="0"/>
          <a:ext cx="0" cy="0"/>
          <a:chOff x="0" y="0"/>
          <a:chExt cx="0" cy="0"/>
        </a:xfrm>
      </p:grpSpPr>
      <p:sp>
        <p:nvSpPr>
          <p:cNvPr id="61" name="Google Shape;61;p17"/>
          <p:cNvSpPr txBox="1"/>
          <p:nvPr>
            <p:ph type="title"/>
          </p:nvPr>
        </p:nvSpPr>
        <p:spPr>
          <a:xfrm>
            <a:off x="457110" y="205200"/>
            <a:ext cx="8229300" cy="8586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2" name="Google Shape;62;p17"/>
          <p:cNvSpPr txBox="1"/>
          <p:nvPr>
            <p:ph idx="1" type="body"/>
          </p:nvPr>
        </p:nvSpPr>
        <p:spPr>
          <a:xfrm>
            <a:off x="457110" y="1203390"/>
            <a:ext cx="4015800" cy="29832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3" name="Google Shape;63;p17"/>
          <p:cNvSpPr txBox="1"/>
          <p:nvPr>
            <p:ph idx="2" type="body"/>
          </p:nvPr>
        </p:nvSpPr>
        <p:spPr>
          <a:xfrm>
            <a:off x="4673970" y="1203390"/>
            <a:ext cx="4015800" cy="29832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64" name="Shape 64"/>
        <p:cNvGrpSpPr/>
        <p:nvPr/>
      </p:nvGrpSpPr>
      <p:grpSpPr>
        <a:xfrm>
          <a:off x="0" y="0"/>
          <a:ext cx="0" cy="0"/>
          <a:chOff x="0" y="0"/>
          <a:chExt cx="0" cy="0"/>
        </a:xfrm>
      </p:grpSpPr>
      <p:sp>
        <p:nvSpPr>
          <p:cNvPr id="65" name="Google Shape;65;p18"/>
          <p:cNvSpPr txBox="1"/>
          <p:nvPr>
            <p:ph idx="1" type="subTitle"/>
          </p:nvPr>
        </p:nvSpPr>
        <p:spPr>
          <a:xfrm>
            <a:off x="457110" y="205200"/>
            <a:ext cx="8229300" cy="3981000"/>
          </a:xfrm>
          <a:prstGeom prst="rect">
            <a:avLst/>
          </a:prstGeom>
          <a:noFill/>
          <a:ln>
            <a:noFill/>
          </a:ln>
        </p:spPr>
        <p:txBody>
          <a:bodyPr anchorCtr="0" anchor="ctr" bIns="0" lIns="0" spcFirstLastPara="1" rIns="0" wrap="square" tIns="0">
            <a:normAutofit/>
          </a:bodyPr>
          <a:lstStyle>
            <a:lvl1pPr lvl="0" algn="l">
              <a:lnSpc>
                <a:spcPct val="90000"/>
              </a:lnSpc>
              <a:spcBef>
                <a:spcPts val="800"/>
              </a:spcBef>
              <a:spcAft>
                <a:spcPts val="0"/>
              </a:spcAft>
              <a:buClr>
                <a:schemeClr val="dk1"/>
              </a:buClr>
              <a:buSzPts val="1400"/>
              <a:buChar char="•"/>
              <a:defRPr/>
            </a:lvl1pPr>
            <a:lvl2pPr lvl="1" algn="l">
              <a:lnSpc>
                <a:spcPct val="90000"/>
              </a:lnSpc>
              <a:spcBef>
                <a:spcPts val="400"/>
              </a:spcBef>
              <a:spcAft>
                <a:spcPts val="0"/>
              </a:spcAft>
              <a:buClr>
                <a:schemeClr val="dk1"/>
              </a:buClr>
              <a:buSzPts val="1400"/>
              <a:buChar char="•"/>
              <a:defRPr/>
            </a:lvl2pPr>
            <a:lvl3pPr lvl="2" algn="l">
              <a:lnSpc>
                <a:spcPct val="90000"/>
              </a:lnSpc>
              <a:spcBef>
                <a:spcPts val="400"/>
              </a:spcBef>
              <a:spcAft>
                <a:spcPts val="0"/>
              </a:spcAft>
              <a:buClr>
                <a:schemeClr val="dk1"/>
              </a:buClr>
              <a:buSzPts val="1400"/>
              <a:buChar char="•"/>
              <a:defRPr/>
            </a:lvl3pPr>
            <a:lvl4pPr lvl="3" algn="l">
              <a:lnSpc>
                <a:spcPct val="90000"/>
              </a:lnSpc>
              <a:spcBef>
                <a:spcPts val="400"/>
              </a:spcBef>
              <a:spcAft>
                <a:spcPts val="0"/>
              </a:spcAft>
              <a:buClr>
                <a:schemeClr val="dk1"/>
              </a:buClr>
              <a:buSzPts val="1400"/>
              <a:buChar char="•"/>
              <a:defRPr/>
            </a:lvl4pPr>
            <a:lvl5pPr lvl="4" algn="l">
              <a:lnSpc>
                <a:spcPct val="90000"/>
              </a:lnSpc>
              <a:spcBef>
                <a:spcPts val="400"/>
              </a:spcBef>
              <a:spcAft>
                <a:spcPts val="0"/>
              </a:spcAft>
              <a:buClr>
                <a:schemeClr val="dk1"/>
              </a:buClr>
              <a:buSzPts val="1400"/>
              <a:buChar char="•"/>
              <a:defRPr/>
            </a:lvl5pPr>
            <a:lvl6pPr lvl="5" algn="l">
              <a:lnSpc>
                <a:spcPct val="90000"/>
              </a:lnSpc>
              <a:spcBef>
                <a:spcPts val="400"/>
              </a:spcBef>
              <a:spcAft>
                <a:spcPts val="0"/>
              </a:spcAft>
              <a:buClr>
                <a:schemeClr val="dk1"/>
              </a:buClr>
              <a:buSzPts val="1400"/>
              <a:buChar char="•"/>
              <a:defRPr/>
            </a:lvl6pPr>
            <a:lvl7pPr lvl="6" algn="l">
              <a:lnSpc>
                <a:spcPct val="90000"/>
              </a:lnSpc>
              <a:spcBef>
                <a:spcPts val="400"/>
              </a:spcBef>
              <a:spcAft>
                <a:spcPts val="0"/>
              </a:spcAft>
              <a:buClr>
                <a:schemeClr val="dk1"/>
              </a:buClr>
              <a:buSzPts val="1400"/>
              <a:buChar char="•"/>
              <a:defRPr/>
            </a:lvl7pPr>
            <a:lvl8pPr lvl="7" algn="l">
              <a:lnSpc>
                <a:spcPct val="90000"/>
              </a:lnSpc>
              <a:spcBef>
                <a:spcPts val="400"/>
              </a:spcBef>
              <a:spcAft>
                <a:spcPts val="0"/>
              </a:spcAft>
              <a:buClr>
                <a:schemeClr val="dk1"/>
              </a:buClr>
              <a:buSzPts val="1400"/>
              <a:buChar char="•"/>
              <a:defRPr/>
            </a:lvl8pPr>
            <a:lvl9pPr lvl="8"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66" name="Shape 66"/>
        <p:cNvGrpSpPr/>
        <p:nvPr/>
      </p:nvGrpSpPr>
      <p:grpSpPr>
        <a:xfrm>
          <a:off x="0" y="0"/>
          <a:ext cx="0" cy="0"/>
          <a:chOff x="0" y="0"/>
          <a:chExt cx="0" cy="0"/>
        </a:xfrm>
      </p:grpSpPr>
      <p:sp>
        <p:nvSpPr>
          <p:cNvPr id="67" name="Google Shape;67;p19"/>
          <p:cNvSpPr txBox="1"/>
          <p:nvPr>
            <p:ph type="title"/>
          </p:nvPr>
        </p:nvSpPr>
        <p:spPr>
          <a:xfrm>
            <a:off x="457110" y="205200"/>
            <a:ext cx="8229300" cy="8586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 name="Google Shape;68;p19"/>
          <p:cNvSpPr txBox="1"/>
          <p:nvPr>
            <p:ph idx="1" type="body"/>
          </p:nvPr>
        </p:nvSpPr>
        <p:spPr>
          <a:xfrm>
            <a:off x="457110" y="1203390"/>
            <a:ext cx="40158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9" name="Google Shape;69;p19"/>
          <p:cNvSpPr txBox="1"/>
          <p:nvPr>
            <p:ph idx="2" type="body"/>
          </p:nvPr>
        </p:nvSpPr>
        <p:spPr>
          <a:xfrm>
            <a:off x="4673970" y="1203390"/>
            <a:ext cx="4015800" cy="29832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0" name="Google Shape;70;p19"/>
          <p:cNvSpPr txBox="1"/>
          <p:nvPr>
            <p:ph idx="3" type="body"/>
          </p:nvPr>
        </p:nvSpPr>
        <p:spPr>
          <a:xfrm>
            <a:off x="457110" y="2761560"/>
            <a:ext cx="40158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71" name="Shape 71"/>
        <p:cNvGrpSpPr/>
        <p:nvPr/>
      </p:nvGrpSpPr>
      <p:grpSpPr>
        <a:xfrm>
          <a:off x="0" y="0"/>
          <a:ext cx="0" cy="0"/>
          <a:chOff x="0" y="0"/>
          <a:chExt cx="0" cy="0"/>
        </a:xfrm>
      </p:grpSpPr>
      <p:sp>
        <p:nvSpPr>
          <p:cNvPr id="72" name="Google Shape;72;p20"/>
          <p:cNvSpPr txBox="1"/>
          <p:nvPr>
            <p:ph type="title"/>
          </p:nvPr>
        </p:nvSpPr>
        <p:spPr>
          <a:xfrm>
            <a:off x="457110" y="205200"/>
            <a:ext cx="8229300" cy="8586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20"/>
          <p:cNvSpPr txBox="1"/>
          <p:nvPr>
            <p:ph idx="1" type="body"/>
          </p:nvPr>
        </p:nvSpPr>
        <p:spPr>
          <a:xfrm>
            <a:off x="457110" y="1203390"/>
            <a:ext cx="4015800" cy="29832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4" name="Google Shape;74;p20"/>
          <p:cNvSpPr txBox="1"/>
          <p:nvPr>
            <p:ph idx="2" type="body"/>
          </p:nvPr>
        </p:nvSpPr>
        <p:spPr>
          <a:xfrm>
            <a:off x="4673970" y="1203390"/>
            <a:ext cx="40158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5" name="Google Shape;75;p20"/>
          <p:cNvSpPr txBox="1"/>
          <p:nvPr>
            <p:ph idx="3" type="body"/>
          </p:nvPr>
        </p:nvSpPr>
        <p:spPr>
          <a:xfrm>
            <a:off x="4673970" y="2761560"/>
            <a:ext cx="40158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76" name="Shape 76"/>
        <p:cNvGrpSpPr/>
        <p:nvPr/>
      </p:nvGrpSpPr>
      <p:grpSpPr>
        <a:xfrm>
          <a:off x="0" y="0"/>
          <a:ext cx="0" cy="0"/>
          <a:chOff x="0" y="0"/>
          <a:chExt cx="0" cy="0"/>
        </a:xfrm>
      </p:grpSpPr>
      <p:sp>
        <p:nvSpPr>
          <p:cNvPr id="77" name="Google Shape;77;p21"/>
          <p:cNvSpPr txBox="1"/>
          <p:nvPr>
            <p:ph type="title"/>
          </p:nvPr>
        </p:nvSpPr>
        <p:spPr>
          <a:xfrm>
            <a:off x="457110" y="205200"/>
            <a:ext cx="8229300" cy="8586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21"/>
          <p:cNvSpPr txBox="1"/>
          <p:nvPr>
            <p:ph idx="1" type="body"/>
          </p:nvPr>
        </p:nvSpPr>
        <p:spPr>
          <a:xfrm>
            <a:off x="457110" y="1203390"/>
            <a:ext cx="40158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9" name="Google Shape;79;p21"/>
          <p:cNvSpPr txBox="1"/>
          <p:nvPr>
            <p:ph idx="2" type="body"/>
          </p:nvPr>
        </p:nvSpPr>
        <p:spPr>
          <a:xfrm>
            <a:off x="4673970" y="1203390"/>
            <a:ext cx="40158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0" name="Google Shape;80;p21"/>
          <p:cNvSpPr txBox="1"/>
          <p:nvPr>
            <p:ph idx="3" type="body"/>
          </p:nvPr>
        </p:nvSpPr>
        <p:spPr>
          <a:xfrm>
            <a:off x="457110" y="2761560"/>
            <a:ext cx="82293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81" name="Shape 81"/>
        <p:cNvGrpSpPr/>
        <p:nvPr/>
      </p:nvGrpSpPr>
      <p:grpSpPr>
        <a:xfrm>
          <a:off x="0" y="0"/>
          <a:ext cx="0" cy="0"/>
          <a:chOff x="0" y="0"/>
          <a:chExt cx="0" cy="0"/>
        </a:xfrm>
      </p:grpSpPr>
      <p:sp>
        <p:nvSpPr>
          <p:cNvPr id="82" name="Google Shape;82;p22"/>
          <p:cNvSpPr txBox="1"/>
          <p:nvPr>
            <p:ph type="title"/>
          </p:nvPr>
        </p:nvSpPr>
        <p:spPr>
          <a:xfrm>
            <a:off x="457110" y="205200"/>
            <a:ext cx="8229300" cy="8586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22"/>
          <p:cNvSpPr txBox="1"/>
          <p:nvPr>
            <p:ph idx="1" type="body"/>
          </p:nvPr>
        </p:nvSpPr>
        <p:spPr>
          <a:xfrm>
            <a:off x="457110" y="1203390"/>
            <a:ext cx="82293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4" name="Google Shape;84;p22"/>
          <p:cNvSpPr txBox="1"/>
          <p:nvPr>
            <p:ph idx="2" type="body"/>
          </p:nvPr>
        </p:nvSpPr>
        <p:spPr>
          <a:xfrm>
            <a:off x="457110" y="2761560"/>
            <a:ext cx="82293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85" name="Shape 85"/>
        <p:cNvGrpSpPr/>
        <p:nvPr/>
      </p:nvGrpSpPr>
      <p:grpSpPr>
        <a:xfrm>
          <a:off x="0" y="0"/>
          <a:ext cx="0" cy="0"/>
          <a:chOff x="0" y="0"/>
          <a:chExt cx="0" cy="0"/>
        </a:xfrm>
      </p:grpSpPr>
      <p:sp>
        <p:nvSpPr>
          <p:cNvPr id="86" name="Google Shape;86;p23"/>
          <p:cNvSpPr txBox="1"/>
          <p:nvPr>
            <p:ph type="title"/>
          </p:nvPr>
        </p:nvSpPr>
        <p:spPr>
          <a:xfrm>
            <a:off x="457110" y="205200"/>
            <a:ext cx="8229300" cy="8586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7" name="Google Shape;87;p23"/>
          <p:cNvSpPr txBox="1"/>
          <p:nvPr>
            <p:ph idx="1" type="body"/>
          </p:nvPr>
        </p:nvSpPr>
        <p:spPr>
          <a:xfrm>
            <a:off x="457110" y="1203390"/>
            <a:ext cx="40158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8" name="Google Shape;88;p23"/>
          <p:cNvSpPr txBox="1"/>
          <p:nvPr>
            <p:ph idx="2" type="body"/>
          </p:nvPr>
        </p:nvSpPr>
        <p:spPr>
          <a:xfrm>
            <a:off x="4673970" y="1203390"/>
            <a:ext cx="40158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23"/>
          <p:cNvSpPr txBox="1"/>
          <p:nvPr>
            <p:ph idx="3" type="body"/>
          </p:nvPr>
        </p:nvSpPr>
        <p:spPr>
          <a:xfrm>
            <a:off x="457110" y="2761560"/>
            <a:ext cx="40158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23"/>
          <p:cNvSpPr txBox="1"/>
          <p:nvPr>
            <p:ph idx="4" type="body"/>
          </p:nvPr>
        </p:nvSpPr>
        <p:spPr>
          <a:xfrm>
            <a:off x="4673970" y="2761560"/>
            <a:ext cx="40158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91" name="Shape 91"/>
        <p:cNvGrpSpPr/>
        <p:nvPr/>
      </p:nvGrpSpPr>
      <p:grpSpPr>
        <a:xfrm>
          <a:off x="0" y="0"/>
          <a:ext cx="0" cy="0"/>
          <a:chOff x="0" y="0"/>
          <a:chExt cx="0" cy="0"/>
        </a:xfrm>
      </p:grpSpPr>
      <p:sp>
        <p:nvSpPr>
          <p:cNvPr id="92" name="Google Shape;92;p24"/>
          <p:cNvSpPr txBox="1"/>
          <p:nvPr>
            <p:ph type="title"/>
          </p:nvPr>
        </p:nvSpPr>
        <p:spPr>
          <a:xfrm>
            <a:off x="457110" y="205200"/>
            <a:ext cx="8229300" cy="8586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3" name="Google Shape;93;p24"/>
          <p:cNvSpPr txBox="1"/>
          <p:nvPr>
            <p:ph idx="1" type="body"/>
          </p:nvPr>
        </p:nvSpPr>
        <p:spPr>
          <a:xfrm>
            <a:off x="457110" y="1203390"/>
            <a:ext cx="26499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 name="Google Shape;94;p24"/>
          <p:cNvSpPr txBox="1"/>
          <p:nvPr>
            <p:ph idx="2" type="body"/>
          </p:nvPr>
        </p:nvSpPr>
        <p:spPr>
          <a:xfrm>
            <a:off x="3239730" y="1203390"/>
            <a:ext cx="26499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5" name="Google Shape;95;p24"/>
          <p:cNvSpPr txBox="1"/>
          <p:nvPr>
            <p:ph idx="3" type="body"/>
          </p:nvPr>
        </p:nvSpPr>
        <p:spPr>
          <a:xfrm>
            <a:off x="6022350" y="1203390"/>
            <a:ext cx="26499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6" name="Google Shape;96;p24"/>
          <p:cNvSpPr txBox="1"/>
          <p:nvPr>
            <p:ph idx="4" type="body"/>
          </p:nvPr>
        </p:nvSpPr>
        <p:spPr>
          <a:xfrm>
            <a:off x="457110" y="2761560"/>
            <a:ext cx="26499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 name="Google Shape;97;p24"/>
          <p:cNvSpPr txBox="1"/>
          <p:nvPr>
            <p:ph idx="5" type="body"/>
          </p:nvPr>
        </p:nvSpPr>
        <p:spPr>
          <a:xfrm>
            <a:off x="3239730" y="2761560"/>
            <a:ext cx="26499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 name="Google Shape;98;p24"/>
          <p:cNvSpPr txBox="1"/>
          <p:nvPr>
            <p:ph idx="6" type="body"/>
          </p:nvPr>
        </p:nvSpPr>
        <p:spPr>
          <a:xfrm>
            <a:off x="6022350" y="2761560"/>
            <a:ext cx="2649900" cy="1422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99" name="Shape 99"/>
        <p:cNvGrpSpPr/>
        <p:nvPr/>
      </p:nvGrpSpPr>
      <p:grpSpPr>
        <a:xfrm>
          <a:off x="0" y="0"/>
          <a:ext cx="0" cy="0"/>
          <a:chOff x="0" y="0"/>
          <a:chExt cx="0" cy="0"/>
        </a:xfrm>
      </p:grpSpPr>
      <p:sp>
        <p:nvSpPr>
          <p:cNvPr id="100" name="Google Shape;100;p25"/>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algn="l">
              <a:lnSpc>
                <a:spcPct val="90000"/>
              </a:lnSpc>
              <a:spcBef>
                <a:spcPts val="0"/>
              </a:spcBef>
              <a:spcAft>
                <a:spcPts val="0"/>
              </a:spcAft>
              <a:buClr>
                <a:schemeClr val="dk1"/>
              </a:buClr>
              <a:buSzPts val="2100"/>
              <a:buFont typeface="Calibri"/>
              <a:buNone/>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101" name="Google Shape;101;p25"/>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algn="l">
              <a:lnSpc>
                <a:spcPct val="90000"/>
              </a:lnSpc>
              <a:spcBef>
                <a:spcPts val="0"/>
              </a:spcBef>
              <a:spcAft>
                <a:spcPts val="0"/>
              </a:spcAft>
              <a:buClr>
                <a:schemeClr val="dk1"/>
              </a:buClr>
              <a:buSzPts val="1400"/>
              <a:buChar char="●"/>
              <a:defRPr/>
            </a:lvl1pPr>
            <a:lvl2pPr indent="-298450" lvl="1" marL="914400" algn="l">
              <a:lnSpc>
                <a:spcPct val="90000"/>
              </a:lnSpc>
              <a:spcBef>
                <a:spcPts val="0"/>
              </a:spcBef>
              <a:spcAft>
                <a:spcPts val="0"/>
              </a:spcAft>
              <a:buClr>
                <a:schemeClr val="dk1"/>
              </a:buClr>
              <a:buSzPts val="1100"/>
              <a:buChar char="○"/>
              <a:defRPr/>
            </a:lvl2pPr>
            <a:lvl3pPr indent="-298450" lvl="2" marL="1371600" algn="l">
              <a:lnSpc>
                <a:spcPct val="90000"/>
              </a:lnSpc>
              <a:spcBef>
                <a:spcPts val="0"/>
              </a:spcBef>
              <a:spcAft>
                <a:spcPts val="0"/>
              </a:spcAft>
              <a:buClr>
                <a:schemeClr val="dk1"/>
              </a:buClr>
              <a:buSzPts val="1100"/>
              <a:buChar char="■"/>
              <a:defRPr/>
            </a:lvl3pPr>
            <a:lvl4pPr indent="-298450" lvl="3" marL="1828800" algn="l">
              <a:lnSpc>
                <a:spcPct val="90000"/>
              </a:lnSpc>
              <a:spcBef>
                <a:spcPts val="0"/>
              </a:spcBef>
              <a:spcAft>
                <a:spcPts val="0"/>
              </a:spcAft>
              <a:buClr>
                <a:schemeClr val="dk1"/>
              </a:buClr>
              <a:buSzPts val="1100"/>
              <a:buChar char="●"/>
              <a:defRPr/>
            </a:lvl4pPr>
            <a:lvl5pPr indent="-298450" lvl="4" marL="2286000" algn="l">
              <a:lnSpc>
                <a:spcPct val="90000"/>
              </a:lnSpc>
              <a:spcBef>
                <a:spcPts val="0"/>
              </a:spcBef>
              <a:spcAft>
                <a:spcPts val="0"/>
              </a:spcAft>
              <a:buClr>
                <a:schemeClr val="dk1"/>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102" name="Google Shape;102;p25"/>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algn="r">
              <a:buClr>
                <a:srgbClr val="888888"/>
              </a:buClr>
              <a:buSzPts val="900"/>
              <a:buFont typeface="Calibri"/>
              <a:buNone/>
              <a:defRPr sz="900">
                <a:solidFill>
                  <a:srgbClr val="888888"/>
                </a:solidFill>
                <a:latin typeface="Calibri"/>
                <a:ea typeface="Calibri"/>
                <a:cs typeface="Calibri"/>
                <a:sym typeface="Calibri"/>
              </a:defRPr>
            </a:lvl1pPr>
            <a:lvl2pPr indent="0" lvl="1" marL="0" algn="r">
              <a:buClr>
                <a:srgbClr val="888888"/>
              </a:buClr>
              <a:buSzPts val="900"/>
              <a:buFont typeface="Calibri"/>
              <a:buNone/>
              <a:defRPr sz="900">
                <a:solidFill>
                  <a:srgbClr val="888888"/>
                </a:solidFill>
                <a:latin typeface="Calibri"/>
                <a:ea typeface="Calibri"/>
                <a:cs typeface="Calibri"/>
                <a:sym typeface="Calibri"/>
              </a:defRPr>
            </a:lvl2pPr>
            <a:lvl3pPr indent="0" lvl="2" marL="0" algn="r">
              <a:buClr>
                <a:srgbClr val="888888"/>
              </a:buClr>
              <a:buSzPts val="900"/>
              <a:buFont typeface="Calibri"/>
              <a:buNone/>
              <a:defRPr sz="900">
                <a:solidFill>
                  <a:srgbClr val="888888"/>
                </a:solidFill>
                <a:latin typeface="Calibri"/>
                <a:ea typeface="Calibri"/>
                <a:cs typeface="Calibri"/>
                <a:sym typeface="Calibri"/>
              </a:defRPr>
            </a:lvl3pPr>
            <a:lvl4pPr indent="0" lvl="3" marL="0" algn="r">
              <a:buClr>
                <a:srgbClr val="888888"/>
              </a:buClr>
              <a:buSzPts val="900"/>
              <a:buFont typeface="Calibri"/>
              <a:buNone/>
              <a:defRPr sz="900">
                <a:solidFill>
                  <a:srgbClr val="888888"/>
                </a:solidFill>
                <a:latin typeface="Calibri"/>
                <a:ea typeface="Calibri"/>
                <a:cs typeface="Calibri"/>
                <a:sym typeface="Calibri"/>
              </a:defRPr>
            </a:lvl4pPr>
            <a:lvl5pPr indent="0" lvl="4" marL="0" algn="r">
              <a:buClr>
                <a:srgbClr val="888888"/>
              </a:buClr>
              <a:buSzPts val="900"/>
              <a:buFont typeface="Calibri"/>
              <a:buNone/>
              <a:defRPr sz="900">
                <a:solidFill>
                  <a:srgbClr val="888888"/>
                </a:solidFill>
                <a:latin typeface="Calibri"/>
                <a:ea typeface="Calibri"/>
                <a:cs typeface="Calibri"/>
                <a:sym typeface="Calibri"/>
              </a:defRPr>
            </a:lvl5pPr>
            <a:lvl6pPr indent="0" lvl="5" marL="0" algn="r">
              <a:buClr>
                <a:srgbClr val="888888"/>
              </a:buClr>
              <a:buSzPts val="900"/>
              <a:buFont typeface="Calibri"/>
              <a:buNone/>
              <a:defRPr sz="900">
                <a:solidFill>
                  <a:srgbClr val="888888"/>
                </a:solidFill>
                <a:latin typeface="Calibri"/>
                <a:ea typeface="Calibri"/>
                <a:cs typeface="Calibri"/>
                <a:sym typeface="Calibri"/>
              </a:defRPr>
            </a:lvl6pPr>
            <a:lvl7pPr indent="0" lvl="6" marL="0" algn="r">
              <a:buClr>
                <a:srgbClr val="888888"/>
              </a:buClr>
              <a:buSzPts val="900"/>
              <a:buFont typeface="Calibri"/>
              <a:buNone/>
              <a:defRPr sz="900">
                <a:solidFill>
                  <a:srgbClr val="888888"/>
                </a:solidFill>
                <a:latin typeface="Calibri"/>
                <a:ea typeface="Calibri"/>
                <a:cs typeface="Calibri"/>
                <a:sym typeface="Calibri"/>
              </a:defRPr>
            </a:lvl7pPr>
            <a:lvl8pPr indent="0" lvl="7" marL="0" algn="r">
              <a:buClr>
                <a:srgbClr val="888888"/>
              </a:buClr>
              <a:buSzPts val="900"/>
              <a:buFont typeface="Calibri"/>
              <a:buNone/>
              <a:defRPr sz="900">
                <a:solidFill>
                  <a:srgbClr val="888888"/>
                </a:solidFill>
                <a:latin typeface="Calibri"/>
                <a:ea typeface="Calibri"/>
                <a:cs typeface="Calibri"/>
                <a:sym typeface="Calibri"/>
              </a:defRPr>
            </a:lvl8pPr>
            <a:lvl9pPr indent="0" lvl="8" marL="0" algn="r">
              <a:buClr>
                <a:srgbClr val="888888"/>
              </a:buClr>
              <a:buSzPts val="900"/>
              <a:buFont typeface="Calibri"/>
              <a:buNone/>
              <a:defRPr sz="9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103" name="Shape 103"/>
        <p:cNvGrpSpPr/>
        <p:nvPr/>
      </p:nvGrpSpPr>
      <p:grpSpPr>
        <a:xfrm>
          <a:off x="0" y="0"/>
          <a:ext cx="0" cy="0"/>
          <a:chOff x="0" y="0"/>
          <a:chExt cx="0" cy="0"/>
        </a:xfrm>
      </p:grpSpPr>
      <p:sp>
        <p:nvSpPr>
          <p:cNvPr id="104" name="Google Shape;104;p26"/>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algn="l">
              <a:lnSpc>
                <a:spcPct val="90000"/>
              </a:lnSpc>
              <a:spcBef>
                <a:spcPts val="0"/>
              </a:spcBef>
              <a:spcAft>
                <a:spcPts val="0"/>
              </a:spcAft>
              <a:buClr>
                <a:schemeClr val="dk1"/>
              </a:buClr>
              <a:buSzPts val="2100"/>
              <a:buFont typeface="Calibri"/>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105" name="Google Shape;105;p26"/>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algn="l">
              <a:lnSpc>
                <a:spcPct val="90000"/>
              </a:lnSpc>
              <a:spcBef>
                <a:spcPts val="0"/>
              </a:spcBef>
              <a:spcAft>
                <a:spcPts val="0"/>
              </a:spcAft>
              <a:buClr>
                <a:schemeClr val="dk1"/>
              </a:buClr>
              <a:buSzPts val="1400"/>
              <a:buChar char="●"/>
              <a:defRPr/>
            </a:lvl1pPr>
            <a:lvl2pPr indent="-298450" lvl="1" marL="914400" algn="l">
              <a:lnSpc>
                <a:spcPct val="90000"/>
              </a:lnSpc>
              <a:spcBef>
                <a:spcPts val="0"/>
              </a:spcBef>
              <a:spcAft>
                <a:spcPts val="0"/>
              </a:spcAft>
              <a:buClr>
                <a:schemeClr val="dk1"/>
              </a:buClr>
              <a:buSzPts val="1100"/>
              <a:buChar char="○"/>
              <a:defRPr/>
            </a:lvl2pPr>
            <a:lvl3pPr indent="-298450" lvl="2" marL="1371600" algn="l">
              <a:lnSpc>
                <a:spcPct val="90000"/>
              </a:lnSpc>
              <a:spcBef>
                <a:spcPts val="0"/>
              </a:spcBef>
              <a:spcAft>
                <a:spcPts val="0"/>
              </a:spcAft>
              <a:buClr>
                <a:schemeClr val="dk1"/>
              </a:buClr>
              <a:buSzPts val="1100"/>
              <a:buChar char="■"/>
              <a:defRPr/>
            </a:lvl3pPr>
            <a:lvl4pPr indent="-298450" lvl="3" marL="1828800" algn="l">
              <a:lnSpc>
                <a:spcPct val="90000"/>
              </a:lnSpc>
              <a:spcBef>
                <a:spcPts val="0"/>
              </a:spcBef>
              <a:spcAft>
                <a:spcPts val="0"/>
              </a:spcAft>
              <a:buClr>
                <a:schemeClr val="dk1"/>
              </a:buClr>
              <a:buSzPts val="1100"/>
              <a:buChar char="●"/>
              <a:defRPr/>
            </a:lvl4pPr>
            <a:lvl5pPr indent="-298450" lvl="4" marL="2286000" algn="l">
              <a:lnSpc>
                <a:spcPct val="90000"/>
              </a:lnSpc>
              <a:spcBef>
                <a:spcPts val="0"/>
              </a:spcBef>
              <a:spcAft>
                <a:spcPts val="0"/>
              </a:spcAft>
              <a:buClr>
                <a:schemeClr val="dk1"/>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106" name="Google Shape;106;p2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1400"/>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p:txBody>
      </p:sp>
      <p:sp>
        <p:nvSpPr>
          <p:cNvPr id="107" name="Google Shape;107;p2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1400"/>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p:txBody>
      </p:sp>
      <p:sp>
        <p:nvSpPr>
          <p:cNvPr id="108" name="Google Shape;108;p2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3">
    <p:spTree>
      <p:nvGrpSpPr>
        <p:cNvPr id="109" name="Shape 109"/>
        <p:cNvGrpSpPr/>
        <p:nvPr/>
      </p:nvGrpSpPr>
      <p:grpSpPr>
        <a:xfrm>
          <a:off x="0" y="0"/>
          <a:ext cx="0" cy="0"/>
          <a:chOff x="0" y="0"/>
          <a:chExt cx="0" cy="0"/>
        </a:xfrm>
      </p:grpSpPr>
      <p:sp>
        <p:nvSpPr>
          <p:cNvPr id="110" name="Google Shape;110;p27"/>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3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1" name="Google Shape;111;p27"/>
          <p:cNvSpPr txBox="1"/>
          <p:nvPr>
            <p:ph idx="1" type="body"/>
          </p:nvPr>
        </p:nvSpPr>
        <p:spPr>
          <a:xfrm>
            <a:off x="311700" y="1152475"/>
            <a:ext cx="8520600" cy="3416400"/>
          </a:xfrm>
          <a:prstGeom prst="rect">
            <a:avLst/>
          </a:prstGeom>
        </p:spPr>
        <p:txBody>
          <a:bodyPr anchorCtr="0" anchor="t" bIns="0" lIns="0" spcFirstLastPara="1" rIns="0" wrap="square" tIns="0">
            <a:normAutofit/>
          </a:bodyPr>
          <a:lstStyle>
            <a:lvl1pPr indent="-361950" lvl="0" marL="457200">
              <a:spcBef>
                <a:spcPts val="800"/>
              </a:spcBef>
              <a:spcAft>
                <a:spcPts val="0"/>
              </a:spcAft>
              <a:buSzPts val="2100"/>
              <a:buChar char="•"/>
              <a:defRPr/>
            </a:lvl1pPr>
            <a:lvl2pPr indent="-342900" lvl="1" marL="914400">
              <a:spcBef>
                <a:spcPts val="400"/>
              </a:spcBef>
              <a:spcAft>
                <a:spcPts val="0"/>
              </a:spcAft>
              <a:buSzPts val="1800"/>
              <a:buChar char="•"/>
              <a:defRPr/>
            </a:lvl2pPr>
            <a:lvl3pPr indent="-323850" lvl="2" marL="1371600">
              <a:spcBef>
                <a:spcPts val="400"/>
              </a:spcBef>
              <a:spcAft>
                <a:spcPts val="0"/>
              </a:spcAft>
              <a:buSzPts val="1500"/>
              <a:buChar char="•"/>
              <a:defRPr/>
            </a:lvl3pPr>
            <a:lvl4pPr indent="-317500" lvl="3" marL="1828800">
              <a:spcBef>
                <a:spcPts val="400"/>
              </a:spcBef>
              <a:spcAft>
                <a:spcPts val="0"/>
              </a:spcAft>
              <a:buSzPts val="1400"/>
              <a:buChar char="•"/>
              <a:defRPr/>
            </a:lvl4pPr>
            <a:lvl5pPr indent="-317500" lvl="4" marL="2286000">
              <a:spcBef>
                <a:spcPts val="400"/>
              </a:spcBef>
              <a:spcAft>
                <a:spcPts val="0"/>
              </a:spcAft>
              <a:buSzPts val="14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112" name="Google Shape;112;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4">
    <p:spTree>
      <p:nvGrpSpPr>
        <p:cNvPr id="113" name="Shape 113"/>
        <p:cNvGrpSpPr/>
        <p:nvPr/>
      </p:nvGrpSpPr>
      <p:grpSpPr>
        <a:xfrm>
          <a:off x="0" y="0"/>
          <a:ext cx="0" cy="0"/>
          <a:chOff x="0" y="0"/>
          <a:chExt cx="0" cy="0"/>
        </a:xfrm>
      </p:grpSpPr>
      <p:sp>
        <p:nvSpPr>
          <p:cNvPr id="114" name="Google Shape;114;p2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3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8"/>
          <p:cNvSpPr txBox="1"/>
          <p:nvPr>
            <p:ph idx="1" type="body"/>
          </p:nvPr>
        </p:nvSpPr>
        <p:spPr>
          <a:xfrm>
            <a:off x="311700" y="1152475"/>
            <a:ext cx="8520600" cy="3416400"/>
          </a:xfrm>
          <a:prstGeom prst="rect">
            <a:avLst/>
          </a:prstGeom>
        </p:spPr>
        <p:txBody>
          <a:bodyPr anchorCtr="0" anchor="t" bIns="0" lIns="0" spcFirstLastPara="1" rIns="0" wrap="square" tIns="0">
            <a:normAutofit/>
          </a:bodyPr>
          <a:lstStyle>
            <a:lvl1pPr indent="-361950" lvl="0" marL="457200">
              <a:spcBef>
                <a:spcPts val="800"/>
              </a:spcBef>
              <a:spcAft>
                <a:spcPts val="0"/>
              </a:spcAft>
              <a:buSzPts val="2100"/>
              <a:buChar char="•"/>
              <a:defRPr/>
            </a:lvl1pPr>
            <a:lvl2pPr indent="-342900" lvl="1" marL="914400">
              <a:spcBef>
                <a:spcPts val="400"/>
              </a:spcBef>
              <a:spcAft>
                <a:spcPts val="0"/>
              </a:spcAft>
              <a:buSzPts val="1800"/>
              <a:buChar char="•"/>
              <a:defRPr/>
            </a:lvl2pPr>
            <a:lvl3pPr indent="-323850" lvl="2" marL="1371600">
              <a:spcBef>
                <a:spcPts val="400"/>
              </a:spcBef>
              <a:spcAft>
                <a:spcPts val="0"/>
              </a:spcAft>
              <a:buSzPts val="1500"/>
              <a:buChar char="•"/>
              <a:defRPr/>
            </a:lvl3pPr>
            <a:lvl4pPr indent="-317500" lvl="3" marL="1828800">
              <a:spcBef>
                <a:spcPts val="400"/>
              </a:spcBef>
              <a:spcAft>
                <a:spcPts val="0"/>
              </a:spcAft>
              <a:buSzPts val="1400"/>
              <a:buChar char="•"/>
              <a:defRPr/>
            </a:lvl4pPr>
            <a:lvl5pPr indent="-317500" lvl="4" marL="2286000">
              <a:spcBef>
                <a:spcPts val="400"/>
              </a:spcBef>
              <a:spcAft>
                <a:spcPts val="0"/>
              </a:spcAft>
              <a:buSzPts val="14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116" name="Google Shape;116;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5">
    <p:spTree>
      <p:nvGrpSpPr>
        <p:cNvPr id="117" name="Shape 117"/>
        <p:cNvGrpSpPr/>
        <p:nvPr/>
      </p:nvGrpSpPr>
      <p:grpSpPr>
        <a:xfrm>
          <a:off x="0" y="0"/>
          <a:ext cx="0" cy="0"/>
          <a:chOff x="0" y="0"/>
          <a:chExt cx="0" cy="0"/>
        </a:xfrm>
      </p:grpSpPr>
      <p:sp>
        <p:nvSpPr>
          <p:cNvPr id="118" name="Google Shape;118;p29"/>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algn="l">
              <a:lnSpc>
                <a:spcPct val="90000"/>
              </a:lnSpc>
              <a:spcBef>
                <a:spcPts val="0"/>
              </a:spcBef>
              <a:spcAft>
                <a:spcPts val="0"/>
              </a:spcAft>
              <a:buClr>
                <a:schemeClr val="dk1"/>
              </a:buClr>
              <a:buSzPts val="2100"/>
              <a:buFont typeface="Calibri"/>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119" name="Google Shape;119;p29"/>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algn="l">
              <a:lnSpc>
                <a:spcPct val="90000"/>
              </a:lnSpc>
              <a:spcBef>
                <a:spcPts val="0"/>
              </a:spcBef>
              <a:spcAft>
                <a:spcPts val="0"/>
              </a:spcAft>
              <a:buClr>
                <a:schemeClr val="dk1"/>
              </a:buClr>
              <a:buSzPts val="1400"/>
              <a:buChar char="●"/>
              <a:defRPr/>
            </a:lvl1pPr>
            <a:lvl2pPr indent="-298450" lvl="1" marL="914400" algn="l">
              <a:lnSpc>
                <a:spcPct val="90000"/>
              </a:lnSpc>
              <a:spcBef>
                <a:spcPts val="0"/>
              </a:spcBef>
              <a:spcAft>
                <a:spcPts val="0"/>
              </a:spcAft>
              <a:buClr>
                <a:schemeClr val="dk1"/>
              </a:buClr>
              <a:buSzPts val="1100"/>
              <a:buChar char="○"/>
              <a:defRPr/>
            </a:lvl2pPr>
            <a:lvl3pPr indent="-298450" lvl="2" marL="1371600" algn="l">
              <a:lnSpc>
                <a:spcPct val="90000"/>
              </a:lnSpc>
              <a:spcBef>
                <a:spcPts val="0"/>
              </a:spcBef>
              <a:spcAft>
                <a:spcPts val="0"/>
              </a:spcAft>
              <a:buClr>
                <a:schemeClr val="dk1"/>
              </a:buClr>
              <a:buSzPts val="1100"/>
              <a:buChar char="■"/>
              <a:defRPr/>
            </a:lvl3pPr>
            <a:lvl4pPr indent="-298450" lvl="3" marL="1828800" algn="l">
              <a:lnSpc>
                <a:spcPct val="90000"/>
              </a:lnSpc>
              <a:spcBef>
                <a:spcPts val="0"/>
              </a:spcBef>
              <a:spcAft>
                <a:spcPts val="0"/>
              </a:spcAft>
              <a:buClr>
                <a:schemeClr val="dk1"/>
              </a:buClr>
              <a:buSzPts val="1100"/>
              <a:buChar char="●"/>
              <a:defRPr/>
            </a:lvl4pPr>
            <a:lvl5pPr indent="-298450" lvl="4" marL="2286000" algn="l">
              <a:lnSpc>
                <a:spcPct val="90000"/>
              </a:lnSpc>
              <a:spcBef>
                <a:spcPts val="0"/>
              </a:spcBef>
              <a:spcAft>
                <a:spcPts val="0"/>
              </a:spcAft>
              <a:buClr>
                <a:schemeClr val="dk1"/>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120" name="Google Shape;120;p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121" name="Google Shape;121;p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122" name="Google Shape;122;p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AND_BODY_1_1">
    <p:spTree>
      <p:nvGrpSpPr>
        <p:cNvPr id="123" name="Shape 123"/>
        <p:cNvGrpSpPr/>
        <p:nvPr/>
      </p:nvGrpSpPr>
      <p:grpSpPr>
        <a:xfrm>
          <a:off x="0" y="0"/>
          <a:ext cx="0" cy="0"/>
          <a:chOff x="0" y="0"/>
          <a:chExt cx="0" cy="0"/>
        </a:xfrm>
      </p:grpSpPr>
      <p:sp>
        <p:nvSpPr>
          <p:cNvPr id="124" name="Google Shape;124;p30"/>
          <p:cNvSpPr txBox="1"/>
          <p:nvPr>
            <p:ph type="title"/>
          </p:nvPr>
        </p:nvSpPr>
        <p:spPr>
          <a:xfrm>
            <a:off x="457110" y="205200"/>
            <a:ext cx="8229300" cy="8586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5" name="Google Shape;125;p30"/>
          <p:cNvSpPr txBox="1"/>
          <p:nvPr>
            <p:ph idx="1" type="subTitle"/>
          </p:nvPr>
        </p:nvSpPr>
        <p:spPr>
          <a:xfrm>
            <a:off x="457110" y="1203390"/>
            <a:ext cx="8229300" cy="2983200"/>
          </a:xfrm>
          <a:prstGeom prst="rect">
            <a:avLst/>
          </a:prstGeom>
          <a:noFill/>
          <a:ln>
            <a:noFill/>
          </a:ln>
        </p:spPr>
        <p:txBody>
          <a:bodyPr anchorCtr="0" anchor="ctr" bIns="0" lIns="0" spcFirstLastPara="1" rIns="0" wrap="square" tIns="0">
            <a:normAutofit/>
          </a:bodyPr>
          <a:lstStyle>
            <a:lvl1pPr lvl="0" algn="l">
              <a:lnSpc>
                <a:spcPct val="90000"/>
              </a:lnSpc>
              <a:spcBef>
                <a:spcPts val="800"/>
              </a:spcBef>
              <a:spcAft>
                <a:spcPts val="0"/>
              </a:spcAft>
              <a:buClr>
                <a:schemeClr val="dk1"/>
              </a:buClr>
              <a:buSzPts val="1400"/>
              <a:buChar char="•"/>
              <a:defRPr/>
            </a:lvl1pPr>
            <a:lvl2pPr lvl="1" algn="l">
              <a:lnSpc>
                <a:spcPct val="90000"/>
              </a:lnSpc>
              <a:spcBef>
                <a:spcPts val="400"/>
              </a:spcBef>
              <a:spcAft>
                <a:spcPts val="0"/>
              </a:spcAft>
              <a:buClr>
                <a:schemeClr val="dk1"/>
              </a:buClr>
              <a:buSzPts val="1400"/>
              <a:buChar char="•"/>
              <a:defRPr/>
            </a:lvl2pPr>
            <a:lvl3pPr lvl="2" algn="l">
              <a:lnSpc>
                <a:spcPct val="90000"/>
              </a:lnSpc>
              <a:spcBef>
                <a:spcPts val="400"/>
              </a:spcBef>
              <a:spcAft>
                <a:spcPts val="0"/>
              </a:spcAft>
              <a:buClr>
                <a:schemeClr val="dk1"/>
              </a:buClr>
              <a:buSzPts val="1400"/>
              <a:buChar char="•"/>
              <a:defRPr/>
            </a:lvl3pPr>
            <a:lvl4pPr lvl="3" algn="l">
              <a:lnSpc>
                <a:spcPct val="90000"/>
              </a:lnSpc>
              <a:spcBef>
                <a:spcPts val="400"/>
              </a:spcBef>
              <a:spcAft>
                <a:spcPts val="0"/>
              </a:spcAft>
              <a:buClr>
                <a:schemeClr val="dk1"/>
              </a:buClr>
              <a:buSzPts val="1400"/>
              <a:buChar char="•"/>
              <a:defRPr/>
            </a:lvl4pPr>
            <a:lvl5pPr lvl="4" algn="l">
              <a:lnSpc>
                <a:spcPct val="90000"/>
              </a:lnSpc>
              <a:spcBef>
                <a:spcPts val="400"/>
              </a:spcBef>
              <a:spcAft>
                <a:spcPts val="0"/>
              </a:spcAft>
              <a:buClr>
                <a:schemeClr val="dk1"/>
              </a:buClr>
              <a:buSzPts val="1400"/>
              <a:buChar char="•"/>
              <a:defRPr/>
            </a:lvl5pPr>
            <a:lvl6pPr lvl="5" algn="l">
              <a:lnSpc>
                <a:spcPct val="90000"/>
              </a:lnSpc>
              <a:spcBef>
                <a:spcPts val="400"/>
              </a:spcBef>
              <a:spcAft>
                <a:spcPts val="0"/>
              </a:spcAft>
              <a:buClr>
                <a:schemeClr val="dk1"/>
              </a:buClr>
              <a:buSzPts val="1400"/>
              <a:buChar char="•"/>
              <a:defRPr/>
            </a:lvl6pPr>
            <a:lvl7pPr lvl="6" algn="l">
              <a:lnSpc>
                <a:spcPct val="90000"/>
              </a:lnSpc>
              <a:spcBef>
                <a:spcPts val="400"/>
              </a:spcBef>
              <a:spcAft>
                <a:spcPts val="0"/>
              </a:spcAft>
              <a:buClr>
                <a:schemeClr val="dk1"/>
              </a:buClr>
              <a:buSzPts val="1400"/>
              <a:buChar char="•"/>
              <a:defRPr/>
            </a:lvl7pPr>
            <a:lvl8pPr lvl="7" algn="l">
              <a:lnSpc>
                <a:spcPct val="90000"/>
              </a:lnSpc>
              <a:spcBef>
                <a:spcPts val="400"/>
              </a:spcBef>
              <a:spcAft>
                <a:spcPts val="0"/>
              </a:spcAft>
              <a:buClr>
                <a:schemeClr val="dk1"/>
              </a:buClr>
              <a:buSzPts val="1400"/>
              <a:buChar char="•"/>
              <a:defRPr/>
            </a:lvl8pPr>
            <a:lvl9pPr lvl="8"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6">
    <p:spTree>
      <p:nvGrpSpPr>
        <p:cNvPr id="126" name="Shape 126"/>
        <p:cNvGrpSpPr/>
        <p:nvPr/>
      </p:nvGrpSpPr>
      <p:grpSpPr>
        <a:xfrm>
          <a:off x="0" y="0"/>
          <a:ext cx="0" cy="0"/>
          <a:chOff x="0" y="0"/>
          <a:chExt cx="0" cy="0"/>
        </a:xfrm>
      </p:grpSpPr>
      <p:sp>
        <p:nvSpPr>
          <p:cNvPr id="127" name="Google Shape;127;p31"/>
          <p:cNvSpPr txBox="1"/>
          <p:nvPr>
            <p:ph type="title"/>
          </p:nvPr>
        </p:nvSpPr>
        <p:spPr>
          <a:xfrm>
            <a:off x="311700" y="83425"/>
            <a:ext cx="8520600" cy="5727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SzPts val="23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8" name="Google Shape;128;p31"/>
          <p:cNvSpPr txBox="1"/>
          <p:nvPr>
            <p:ph idx="1" type="body"/>
          </p:nvPr>
        </p:nvSpPr>
        <p:spPr>
          <a:xfrm>
            <a:off x="311700" y="1152475"/>
            <a:ext cx="8520600" cy="3416400"/>
          </a:xfrm>
          <a:prstGeom prst="rect">
            <a:avLst/>
          </a:prstGeom>
          <a:noFill/>
          <a:ln>
            <a:noFill/>
          </a:ln>
        </p:spPr>
        <p:txBody>
          <a:bodyPr anchorCtr="0" anchor="t" bIns="34275" lIns="68575" spcFirstLastPara="1" rIns="68575" wrap="square" tIns="34275">
            <a:noAutofit/>
          </a:bodyPr>
          <a:lstStyle>
            <a:lvl1pPr indent="-361950" lvl="0" marL="457200" algn="l">
              <a:lnSpc>
                <a:spcPct val="90000"/>
              </a:lnSpc>
              <a:spcBef>
                <a:spcPts val="800"/>
              </a:spcBef>
              <a:spcAft>
                <a:spcPts val="0"/>
              </a:spcAft>
              <a:buSzPts val="2100"/>
              <a:buChar char="•"/>
              <a:defRPr/>
            </a:lvl1pPr>
            <a:lvl2pPr indent="-342900" lvl="1" marL="914400" algn="l">
              <a:lnSpc>
                <a:spcPct val="90000"/>
              </a:lnSpc>
              <a:spcBef>
                <a:spcPts val="400"/>
              </a:spcBef>
              <a:spcAft>
                <a:spcPts val="0"/>
              </a:spcAft>
              <a:buSzPts val="1800"/>
              <a:buChar char="•"/>
              <a:defRPr/>
            </a:lvl2pPr>
            <a:lvl3pPr indent="-323850" lvl="2" marL="1371600" algn="l">
              <a:lnSpc>
                <a:spcPct val="90000"/>
              </a:lnSpc>
              <a:spcBef>
                <a:spcPts val="400"/>
              </a:spcBef>
              <a:spcAft>
                <a:spcPts val="0"/>
              </a:spcAft>
              <a:buSzPts val="1500"/>
              <a:buChar char="•"/>
              <a:defRPr/>
            </a:lvl3pPr>
            <a:lvl4pPr indent="-317500" lvl="3" marL="1828800" algn="l">
              <a:lnSpc>
                <a:spcPct val="90000"/>
              </a:lnSpc>
              <a:spcBef>
                <a:spcPts val="400"/>
              </a:spcBef>
              <a:spcAft>
                <a:spcPts val="0"/>
              </a:spcAft>
              <a:buSzPts val="1400"/>
              <a:buChar char="•"/>
              <a:defRPr/>
            </a:lvl4pPr>
            <a:lvl5pPr indent="-317500" lvl="4" marL="2286000" algn="l">
              <a:lnSpc>
                <a:spcPct val="90000"/>
              </a:lnSpc>
              <a:spcBef>
                <a:spcPts val="400"/>
              </a:spcBef>
              <a:spcAft>
                <a:spcPts val="0"/>
              </a:spcAft>
              <a:buSzPts val="1400"/>
              <a:buChar char="•"/>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9" name="Google Shape;129;p31"/>
          <p:cNvSpPr txBox="1"/>
          <p:nvPr>
            <p:ph idx="12" type="sldNum"/>
          </p:nvPr>
        </p:nvSpPr>
        <p:spPr>
          <a:xfrm>
            <a:off x="8472458" y="4663217"/>
            <a:ext cx="548700" cy="393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6">
  <p:cSld name="TITLE_AND_BODY_7">
    <p:spTree>
      <p:nvGrpSpPr>
        <p:cNvPr id="130" name="Shape 130"/>
        <p:cNvGrpSpPr/>
        <p:nvPr/>
      </p:nvGrpSpPr>
      <p:grpSpPr>
        <a:xfrm>
          <a:off x="0" y="0"/>
          <a:ext cx="0" cy="0"/>
          <a:chOff x="0" y="0"/>
          <a:chExt cx="0" cy="0"/>
        </a:xfrm>
      </p:grpSpPr>
      <p:sp>
        <p:nvSpPr>
          <p:cNvPr id="131" name="Google Shape;131;p32"/>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algn="l">
              <a:lnSpc>
                <a:spcPct val="90000"/>
              </a:lnSpc>
              <a:spcBef>
                <a:spcPts val="0"/>
              </a:spcBef>
              <a:spcAft>
                <a:spcPts val="0"/>
              </a:spcAft>
              <a:buClr>
                <a:schemeClr val="dk1"/>
              </a:buClr>
              <a:buSzPts val="2100"/>
              <a:buFont typeface="Calibri"/>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132" name="Google Shape;132;p32"/>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algn="l">
              <a:lnSpc>
                <a:spcPct val="90000"/>
              </a:lnSpc>
              <a:spcBef>
                <a:spcPts val="0"/>
              </a:spcBef>
              <a:spcAft>
                <a:spcPts val="0"/>
              </a:spcAft>
              <a:buClr>
                <a:schemeClr val="dk1"/>
              </a:buClr>
              <a:buSzPts val="1400"/>
              <a:buChar char="●"/>
              <a:defRPr/>
            </a:lvl1pPr>
            <a:lvl2pPr indent="-298450" lvl="1" marL="914400" algn="l">
              <a:lnSpc>
                <a:spcPct val="90000"/>
              </a:lnSpc>
              <a:spcBef>
                <a:spcPts val="0"/>
              </a:spcBef>
              <a:spcAft>
                <a:spcPts val="0"/>
              </a:spcAft>
              <a:buClr>
                <a:schemeClr val="dk1"/>
              </a:buClr>
              <a:buSzPts val="1100"/>
              <a:buChar char="○"/>
              <a:defRPr/>
            </a:lvl2pPr>
            <a:lvl3pPr indent="-298450" lvl="2" marL="1371600" algn="l">
              <a:lnSpc>
                <a:spcPct val="90000"/>
              </a:lnSpc>
              <a:spcBef>
                <a:spcPts val="0"/>
              </a:spcBef>
              <a:spcAft>
                <a:spcPts val="0"/>
              </a:spcAft>
              <a:buClr>
                <a:schemeClr val="dk1"/>
              </a:buClr>
              <a:buSzPts val="1100"/>
              <a:buChar char="■"/>
              <a:defRPr/>
            </a:lvl3pPr>
            <a:lvl4pPr indent="-298450" lvl="3" marL="1828800" algn="l">
              <a:lnSpc>
                <a:spcPct val="90000"/>
              </a:lnSpc>
              <a:spcBef>
                <a:spcPts val="0"/>
              </a:spcBef>
              <a:spcAft>
                <a:spcPts val="0"/>
              </a:spcAft>
              <a:buClr>
                <a:schemeClr val="dk1"/>
              </a:buClr>
              <a:buSzPts val="1100"/>
              <a:buChar char="●"/>
              <a:defRPr/>
            </a:lvl4pPr>
            <a:lvl5pPr indent="-298450" lvl="4" marL="2286000" algn="l">
              <a:lnSpc>
                <a:spcPct val="90000"/>
              </a:lnSpc>
              <a:spcBef>
                <a:spcPts val="0"/>
              </a:spcBef>
              <a:spcAft>
                <a:spcPts val="0"/>
              </a:spcAft>
              <a:buClr>
                <a:schemeClr val="dk1"/>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133" name="Google Shape;133;p3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4" name="Google Shape;134;p3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5" name="Google Shape;135;p3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コンテンツB">
  <p:cSld name="1_コンテンツB">
    <p:spTree>
      <p:nvGrpSpPr>
        <p:cNvPr id="136" name="Shape 136"/>
        <p:cNvGrpSpPr/>
        <p:nvPr/>
      </p:nvGrpSpPr>
      <p:grpSpPr>
        <a:xfrm>
          <a:off x="0" y="0"/>
          <a:ext cx="0" cy="0"/>
          <a:chOff x="0" y="0"/>
          <a:chExt cx="0" cy="0"/>
        </a:xfrm>
      </p:grpSpPr>
      <p:sp>
        <p:nvSpPr>
          <p:cNvPr id="137" name="Google Shape;137;p33"/>
          <p:cNvSpPr txBox="1"/>
          <p:nvPr>
            <p:ph type="title"/>
          </p:nvPr>
        </p:nvSpPr>
        <p:spPr>
          <a:xfrm>
            <a:off x="305991" y="100660"/>
            <a:ext cx="8532000" cy="309300"/>
          </a:xfrm>
          <a:prstGeom prst="rect">
            <a:avLst/>
          </a:prstGeom>
          <a:noFill/>
          <a:ln>
            <a:noFill/>
          </a:ln>
        </p:spPr>
        <p:txBody>
          <a:bodyPr anchorCtr="0" anchor="t" bIns="34275" lIns="0" spcFirstLastPara="1" rIns="0" wrap="square" tIns="34275">
            <a:norm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8" name="Google Shape;138;p33"/>
          <p:cNvSpPr txBox="1"/>
          <p:nvPr>
            <p:ph idx="1" type="body"/>
          </p:nvPr>
        </p:nvSpPr>
        <p:spPr>
          <a:xfrm>
            <a:off x="306266" y="519113"/>
            <a:ext cx="8531400" cy="486600"/>
          </a:xfrm>
          <a:prstGeom prst="rect">
            <a:avLst/>
          </a:prstGeom>
          <a:noFill/>
          <a:ln>
            <a:noFill/>
          </a:ln>
        </p:spPr>
        <p:txBody>
          <a:bodyPr anchorCtr="0" anchor="t" bIns="34275" lIns="0" spcFirstLastPara="1" rIns="0" wrap="square" tIns="34275">
            <a:noAutofit/>
          </a:bodyPr>
          <a:lstStyle>
            <a:lvl1pPr indent="-228600" lvl="0" marL="457200" algn="l">
              <a:lnSpc>
                <a:spcPct val="100000"/>
              </a:lnSpc>
              <a:spcBef>
                <a:spcPts val="300"/>
              </a:spcBef>
              <a:spcAft>
                <a:spcPts val="0"/>
              </a:spcAft>
              <a:buClr>
                <a:schemeClr val="dk1"/>
              </a:buClr>
              <a:buSzPts val="1400"/>
              <a:buNone/>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0.xml"/><Relationship Id="rId11" Type="http://schemas.openxmlformats.org/officeDocument/2006/relationships/slideLayout" Target="../slideLayouts/slideLayout21.xml"/><Relationship Id="rId22" Type="http://schemas.openxmlformats.org/officeDocument/2006/relationships/theme" Target="../theme/theme2.xml"/><Relationship Id="rId10" Type="http://schemas.openxmlformats.org/officeDocument/2006/relationships/slideLayout" Target="../slideLayouts/slideLayout20.xml"/><Relationship Id="rId21" Type="http://schemas.openxmlformats.org/officeDocument/2006/relationships/slideLayout" Target="../slideLayouts/slideLayout31.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4.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5" Type="http://schemas.openxmlformats.org/officeDocument/2006/relationships/slideLayout" Target="../slideLayouts/slideLayout15.xml"/><Relationship Id="rId19" Type="http://schemas.openxmlformats.org/officeDocument/2006/relationships/slideLayout" Target="../slideLayouts/slideLayout29.xml"/><Relationship Id="rId6" Type="http://schemas.openxmlformats.org/officeDocument/2006/relationships/slideLayout" Target="../slideLayouts/slideLayout16.xml"/><Relationship Id="rId18" Type="http://schemas.openxmlformats.org/officeDocument/2006/relationships/slideLayout" Target="../slideLayouts/slideLayout28.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mt="25000"/>
          </a:blip>
          <a:stretch>
            <a:fillRect/>
          </a:stretch>
        </a:blip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110" y="205200"/>
            <a:ext cx="8229300" cy="8586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457110" y="1203390"/>
            <a:ext cx="8229300" cy="2983200"/>
          </a:xfrm>
          <a:prstGeom prst="rect">
            <a:avLst/>
          </a:prstGeom>
          <a:noFill/>
          <a:ln>
            <a:noFill/>
          </a:ln>
        </p:spPr>
        <p:txBody>
          <a:bodyPr anchorCtr="0" anchor="t" bIns="0" lIns="0" spcFirstLastPara="1" rIns="0" wrap="square" tIns="0">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hyperlink" Target="https://algoanalytics.com/aksha" TargetMode="External"/><Relationship Id="rId5"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11.jpg"/><Relationship Id="rId5" Type="http://schemas.openxmlformats.org/officeDocument/2006/relationships/image" Target="../media/image13.jpg"/><Relationship Id="rId6" Type="http://schemas.openxmlformats.org/officeDocument/2006/relationships/image" Target="../media/image19.jpg"/><Relationship Id="rId7" Type="http://schemas.openxmlformats.org/officeDocument/2006/relationships/image" Target="../media/image10.jpg"/><Relationship Id="rId8"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xml"/><Relationship Id="rId3" Type="http://schemas.openxmlformats.org/officeDocument/2006/relationships/image" Target="../media/image39.jpg"/><Relationship Id="rId4" Type="http://schemas.openxmlformats.org/officeDocument/2006/relationships/image" Target="../media/image14.jpg"/><Relationship Id="rId9" Type="http://schemas.openxmlformats.org/officeDocument/2006/relationships/image" Target="../media/image5.jpg"/><Relationship Id="rId5" Type="http://schemas.openxmlformats.org/officeDocument/2006/relationships/image" Target="../media/image9.jpg"/><Relationship Id="rId6" Type="http://schemas.openxmlformats.org/officeDocument/2006/relationships/image" Target="../media/image1.jpg"/><Relationship Id="rId7" Type="http://schemas.openxmlformats.org/officeDocument/2006/relationships/image" Target="../media/image6.jpg"/><Relationship Id="rId8"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12.png"/><Relationship Id="rId6" Type="http://schemas.openxmlformats.org/officeDocument/2006/relationships/image" Target="../media/image18.png"/><Relationship Id="rId7"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2.jpg"/><Relationship Id="rId5" Type="http://schemas.openxmlformats.org/officeDocument/2006/relationships/image" Target="../media/image33.png"/><Relationship Id="rId6"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9.png"/><Relationship Id="rId4" Type="http://schemas.openxmlformats.org/officeDocument/2006/relationships/hyperlink" Target="http://drive.google.com/file/d/10Zg5cJkmh7Rmv91CUc4GhsATiJLpvwi5/view" TargetMode="External"/><Relationship Id="rId5" Type="http://schemas.openxmlformats.org/officeDocument/2006/relationships/image" Target="../media/image2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1.jpg"/><Relationship Id="rId4" Type="http://schemas.openxmlformats.org/officeDocument/2006/relationships/image" Target="../media/image24.png"/><Relationship Id="rId5" Type="http://schemas.openxmlformats.org/officeDocument/2006/relationships/image" Target="../media/image23.jpg"/><Relationship Id="rId6" Type="http://schemas.openxmlformats.org/officeDocument/2006/relationships/image" Target="../media/image26.png"/><Relationship Id="rId7"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30.png"/><Relationship Id="rId4" Type="http://schemas.openxmlformats.org/officeDocument/2006/relationships/image" Target="../media/image5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32.png"/><Relationship Id="rId4" Type="http://schemas.openxmlformats.org/officeDocument/2006/relationships/image" Target="../media/image36.png"/><Relationship Id="rId5" Type="http://schemas.openxmlformats.org/officeDocument/2006/relationships/image" Target="../media/image3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54.png"/><Relationship Id="rId4" Type="http://schemas.openxmlformats.org/officeDocument/2006/relationships/image" Target="../media/image5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 Id="rId3" Type="http://schemas.openxmlformats.org/officeDocument/2006/relationships/hyperlink" Target="http://drive.google.com/file/d/1Qwf-YSJCjhuGr6BcSfhrG-7iPVmKhp-A/view" TargetMode="External"/><Relationship Id="rId4" Type="http://schemas.openxmlformats.org/officeDocument/2006/relationships/image" Target="../media/image4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hyperlink" Target="http://drive.google.com/file/d/1NGEmggS6bjqx4fRPyp1dGRaP70bOKBH7/view" TargetMode="External"/><Relationship Id="rId4" Type="http://schemas.openxmlformats.org/officeDocument/2006/relationships/image" Target="../media/image3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6.xml"/><Relationship Id="rId3" Type="http://schemas.openxmlformats.org/officeDocument/2006/relationships/image" Target="../media/image52.png"/><Relationship Id="rId4" Type="http://schemas.openxmlformats.org/officeDocument/2006/relationships/image" Target="../media/image29.png"/><Relationship Id="rId5" Type="http://schemas.openxmlformats.org/officeDocument/2006/relationships/image" Target="../media/image45.png"/><Relationship Id="rId6" Type="http://schemas.openxmlformats.org/officeDocument/2006/relationships/image" Target="../media/image28.png"/><Relationship Id="rId7" Type="http://schemas.openxmlformats.org/officeDocument/2006/relationships/image" Target="../media/image40.png"/><Relationship Id="rId8" Type="http://schemas.openxmlformats.org/officeDocument/2006/relationships/image" Target="../media/image48.png"/></Relationships>
</file>

<file path=ppt/slides/_rels/slide17.xml.rels><?xml version="1.0" encoding="UTF-8" standalone="yes"?><Relationships xmlns="http://schemas.openxmlformats.org/package/2006/relationships"><Relationship Id="rId10" Type="http://schemas.openxmlformats.org/officeDocument/2006/relationships/image" Target="../media/image51.png"/><Relationship Id="rId1" Type="http://schemas.openxmlformats.org/officeDocument/2006/relationships/slideLayout" Target="../slideLayouts/slideLayout31.xml"/><Relationship Id="rId2" Type="http://schemas.openxmlformats.org/officeDocument/2006/relationships/notesSlide" Target="../notesSlides/notesSlide17.xml"/><Relationship Id="rId3" Type="http://schemas.openxmlformats.org/officeDocument/2006/relationships/image" Target="../media/image50.png"/><Relationship Id="rId4" Type="http://schemas.openxmlformats.org/officeDocument/2006/relationships/image" Target="../media/image43.png"/><Relationship Id="rId9" Type="http://schemas.openxmlformats.org/officeDocument/2006/relationships/image" Target="../media/image47.png"/><Relationship Id="rId5" Type="http://schemas.openxmlformats.org/officeDocument/2006/relationships/image" Target="../media/image69.png"/><Relationship Id="rId6" Type="http://schemas.openxmlformats.org/officeDocument/2006/relationships/image" Target="../media/image46.png"/><Relationship Id="rId7" Type="http://schemas.openxmlformats.org/officeDocument/2006/relationships/image" Target="../media/image42.png"/><Relationship Id="rId8" Type="http://schemas.openxmlformats.org/officeDocument/2006/relationships/image" Target="../media/image4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8.xml"/><Relationship Id="rId3" Type="http://schemas.openxmlformats.org/officeDocument/2006/relationships/image" Target="../media/image43.png"/><Relationship Id="rId4" Type="http://schemas.openxmlformats.org/officeDocument/2006/relationships/image" Target="../media/image56.png"/><Relationship Id="rId5" Type="http://schemas.openxmlformats.org/officeDocument/2006/relationships/image" Target="../media/image53.png"/><Relationship Id="rId6" Type="http://schemas.openxmlformats.org/officeDocument/2006/relationships/image" Target="../media/image59.png"/><Relationship Id="rId7" Type="http://schemas.openxmlformats.org/officeDocument/2006/relationships/image" Target="../media/image61.png"/><Relationship Id="rId8" Type="http://schemas.openxmlformats.org/officeDocument/2006/relationships/image" Target="../media/image6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9.xml"/><Relationship Id="rId3" Type="http://schemas.openxmlformats.org/officeDocument/2006/relationships/image" Target="../media/image6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60.png"/><Relationship Id="rId4" Type="http://schemas.openxmlformats.org/officeDocument/2006/relationships/image" Target="../media/image6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hyperlink" Target="https://aksha.algoanalytics.com/" TargetMode="External"/><Relationship Id="rId4" Type="http://schemas.openxmlformats.org/officeDocument/2006/relationships/hyperlink" Target="mailto:info@algoanalytics.com" TargetMode="External"/><Relationship Id="rId5"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65.png"/><Relationship Id="rId4" Type="http://schemas.openxmlformats.org/officeDocument/2006/relationships/image" Target="../media/image62.png"/><Relationship Id="rId5"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34"/>
          <p:cNvPicPr preferRelativeResize="0"/>
          <p:nvPr/>
        </p:nvPicPr>
        <p:blipFill rotWithShape="1">
          <a:blip r:embed="rId3">
            <a:alphaModFix/>
          </a:blip>
          <a:srcRect b="0" l="0" r="0" t="0"/>
          <a:stretch/>
        </p:blipFill>
        <p:spPr>
          <a:xfrm>
            <a:off x="170640" y="0"/>
            <a:ext cx="1155872" cy="1146150"/>
          </a:xfrm>
          <a:prstGeom prst="rect">
            <a:avLst/>
          </a:prstGeom>
          <a:noFill/>
          <a:ln>
            <a:noFill/>
          </a:ln>
        </p:spPr>
      </p:pic>
      <p:sp>
        <p:nvSpPr>
          <p:cNvPr id="144" name="Google Shape;144;p34"/>
          <p:cNvSpPr/>
          <p:nvPr/>
        </p:nvSpPr>
        <p:spPr>
          <a:xfrm>
            <a:off x="2479140" y="2636280"/>
            <a:ext cx="3636600" cy="452700"/>
          </a:xfrm>
          <a:prstGeom prst="rect">
            <a:avLst/>
          </a:prstGeom>
          <a:noFill/>
          <a:ln>
            <a:noFill/>
          </a:ln>
        </p:spPr>
        <p:txBody>
          <a:bodyPr anchorCtr="0" anchor="ctr" bIns="91525" lIns="91525" spcFirstLastPara="1" rIns="91525" wrap="square" tIns="915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AI Powered Video Surveillance </a:t>
            </a:r>
            <a:endParaRPr b="1" i="0" sz="1800" u="none" cap="none" strike="noStrike">
              <a:solidFill>
                <a:schemeClr val="dk1"/>
              </a:solidFill>
              <a:latin typeface="Arial"/>
              <a:ea typeface="Arial"/>
              <a:cs typeface="Arial"/>
              <a:sym typeface="Arial"/>
            </a:endParaRPr>
          </a:p>
        </p:txBody>
      </p:sp>
      <p:sp>
        <p:nvSpPr>
          <p:cNvPr id="145" name="Google Shape;145;p34"/>
          <p:cNvSpPr/>
          <p:nvPr/>
        </p:nvSpPr>
        <p:spPr>
          <a:xfrm>
            <a:off x="2920050" y="3147660"/>
            <a:ext cx="2754000" cy="337800"/>
          </a:xfrm>
          <a:prstGeom prst="rect">
            <a:avLst/>
          </a:prstGeom>
          <a:noFill/>
          <a:ln>
            <a:noFill/>
          </a:ln>
        </p:spPr>
        <p:txBody>
          <a:bodyPr anchorCtr="0" anchor="t" bIns="91525" lIns="91525" spcFirstLastPara="1" rIns="91525" wrap="square" tIns="915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sng" cap="none" strike="noStrike">
                <a:solidFill>
                  <a:srgbClr val="0563C1"/>
                </a:solidFill>
                <a:latin typeface="Calibri"/>
                <a:ea typeface="Calibri"/>
                <a:cs typeface="Calibri"/>
                <a:sym typeface="Calibri"/>
                <a:hlinkClick r:id="rId4">
                  <a:extLst>
                    <a:ext uri="{A12FA001-AC4F-418D-AE19-62706E023703}">
                      <ahyp:hlinkClr val="tx"/>
                    </a:ext>
                  </a:extLst>
                </a:hlinkClick>
              </a:rPr>
              <a:t>https:/</a:t>
            </a:r>
            <a:r>
              <a:rPr b="0" i="0" lang="en" sz="1400" u="sng" cap="none" strike="noStrike">
                <a:solidFill>
                  <a:srgbClr val="0563C1"/>
                </a:solidFill>
                <a:latin typeface="Calibri"/>
                <a:ea typeface="Calibri"/>
                <a:cs typeface="Calibri"/>
                <a:sym typeface="Calibri"/>
              </a:rPr>
              <a:t>/aksha.algoanalytics.com</a:t>
            </a:r>
            <a:endParaRPr b="0" i="0" sz="1400" u="none" cap="none" strike="noStrike">
              <a:solidFill>
                <a:schemeClr val="dk1"/>
              </a:solidFill>
              <a:latin typeface="Arial"/>
              <a:ea typeface="Arial"/>
              <a:cs typeface="Arial"/>
              <a:sym typeface="Arial"/>
            </a:endParaRPr>
          </a:p>
        </p:txBody>
      </p:sp>
      <p:sp>
        <p:nvSpPr>
          <p:cNvPr id="146" name="Google Shape;146;p34"/>
          <p:cNvSpPr/>
          <p:nvPr/>
        </p:nvSpPr>
        <p:spPr>
          <a:xfrm>
            <a:off x="0" y="4786560"/>
            <a:ext cx="3918000" cy="299400"/>
          </a:xfrm>
          <a:prstGeom prst="rect">
            <a:avLst/>
          </a:prstGeom>
          <a:noFill/>
          <a:ln>
            <a:noFill/>
          </a:ln>
        </p:spPr>
        <p:txBody>
          <a:bodyPr anchorCtr="0" anchor="t" bIns="45625" lIns="91525" spcFirstLastPara="1" rIns="91525" wrap="square" tIns="456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CONFIDENTIAL AND PROPRIETARY</a:t>
            </a:r>
            <a:endParaRPr b="0"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Any use of this material without specific permission AlgoAnalytics is strictly prohibited</a:t>
            </a:r>
            <a:endParaRPr b="0" i="0" sz="700" u="none" cap="none" strike="noStrike">
              <a:solidFill>
                <a:schemeClr val="dk1"/>
              </a:solidFill>
              <a:latin typeface="Arial"/>
              <a:ea typeface="Arial"/>
              <a:cs typeface="Arial"/>
              <a:sym typeface="Arial"/>
            </a:endParaRPr>
          </a:p>
        </p:txBody>
      </p:sp>
      <p:grpSp>
        <p:nvGrpSpPr>
          <p:cNvPr id="147" name="Google Shape;147;p34"/>
          <p:cNvGrpSpPr/>
          <p:nvPr/>
        </p:nvGrpSpPr>
        <p:grpSpPr>
          <a:xfrm>
            <a:off x="2461005" y="1335960"/>
            <a:ext cx="3379405" cy="1090801"/>
            <a:chOff x="3281525" y="1781280"/>
            <a:chExt cx="4505273" cy="1454401"/>
          </a:xfrm>
        </p:grpSpPr>
        <p:sp>
          <p:nvSpPr>
            <p:cNvPr id="148" name="Google Shape;148;p34"/>
            <p:cNvSpPr/>
            <p:nvPr/>
          </p:nvSpPr>
          <p:spPr>
            <a:xfrm rot="-3595">
              <a:off x="3282124" y="1889643"/>
              <a:ext cx="3156002" cy="1137901"/>
            </a:xfrm>
            <a:prstGeom prst="rect">
              <a:avLst/>
            </a:prstGeom>
            <a:noFill/>
            <a:ln>
              <a:noFill/>
            </a:ln>
          </p:spPr>
          <p:txBody>
            <a:bodyPr anchorCtr="0" anchor="t" bIns="0" lIns="91525" spcFirstLastPara="1" rIns="91525" wrap="square" tIns="0">
              <a:noAutofit/>
            </a:bodyPr>
            <a:lstStyle/>
            <a:p>
              <a:pPr indent="0" lvl="0" marL="0" marR="0" rtl="0" algn="ctr">
                <a:lnSpc>
                  <a:spcPct val="100000"/>
                </a:lnSpc>
                <a:spcBef>
                  <a:spcPts val="0"/>
                </a:spcBef>
                <a:spcAft>
                  <a:spcPts val="0"/>
                </a:spcAft>
                <a:buClr>
                  <a:srgbClr val="000000"/>
                </a:buClr>
                <a:buSzPts val="2800"/>
                <a:buFont typeface="Arial"/>
                <a:buNone/>
              </a:pPr>
              <a:r>
                <a:rPr b="1" i="0" lang="en" sz="2800" u="none" cap="none" strike="noStrike">
                  <a:solidFill>
                    <a:srgbClr val="000000"/>
                  </a:solidFill>
                  <a:latin typeface="Arial"/>
                  <a:ea typeface="Arial"/>
                  <a:cs typeface="Arial"/>
                  <a:sym typeface="Arial"/>
                </a:rPr>
                <a:t>Aksha</a:t>
              </a:r>
              <a:endParaRPr b="1" i="0" sz="2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rPr b="1" i="0" lang="en" sz="2800" u="none" cap="none" strike="noStrike">
                  <a:solidFill>
                    <a:srgbClr val="000000"/>
                  </a:solidFill>
                  <a:latin typeface="Arial"/>
                  <a:ea typeface="Arial"/>
                  <a:cs typeface="Arial"/>
                  <a:sym typeface="Arial"/>
                </a:rPr>
                <a:t>अक्ष</a:t>
              </a:r>
              <a:endParaRPr b="1" i="0" sz="2800" u="none" cap="none" strike="noStrike">
                <a:solidFill>
                  <a:schemeClr val="dk1"/>
                </a:solidFill>
                <a:latin typeface="Arial"/>
                <a:ea typeface="Arial"/>
                <a:cs typeface="Arial"/>
                <a:sym typeface="Arial"/>
              </a:endParaRPr>
            </a:p>
          </p:txBody>
        </p:sp>
        <p:pic>
          <p:nvPicPr>
            <p:cNvPr id="149" name="Google Shape;149;p34"/>
            <p:cNvPicPr preferRelativeResize="0"/>
            <p:nvPr/>
          </p:nvPicPr>
          <p:blipFill rotWithShape="1">
            <a:blip r:embed="rId5">
              <a:alphaModFix/>
            </a:blip>
            <a:srcRect b="0" l="0" r="0" t="0"/>
            <a:stretch/>
          </p:blipFill>
          <p:spPr>
            <a:xfrm>
              <a:off x="5730120" y="1781280"/>
              <a:ext cx="2056678" cy="1454401"/>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5"/>
          <p:cNvSpPr txBox="1"/>
          <p:nvPr>
            <p:ph type="title"/>
          </p:nvPr>
        </p:nvSpPr>
        <p:spPr>
          <a:xfrm>
            <a:off x="130575" y="31100"/>
            <a:ext cx="8901300" cy="592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0" lang="en" sz="2300">
                <a:solidFill>
                  <a:srgbClr val="1155CC"/>
                </a:solidFill>
              </a:rPr>
              <a:t>Still facing these issues ? We got </a:t>
            </a:r>
            <a:r>
              <a:rPr lang="en" sz="2300">
                <a:solidFill>
                  <a:srgbClr val="1155CC"/>
                </a:solidFill>
              </a:rPr>
              <a:t>intelligent</a:t>
            </a:r>
            <a:r>
              <a:rPr b="0" lang="en" sz="2300">
                <a:solidFill>
                  <a:srgbClr val="1155CC"/>
                </a:solidFill>
              </a:rPr>
              <a:t> CCTV for </a:t>
            </a:r>
            <a:r>
              <a:rPr lang="en" sz="2300">
                <a:solidFill>
                  <a:srgbClr val="1155CC"/>
                </a:solidFill>
              </a:rPr>
              <a:t>you...</a:t>
            </a:r>
            <a:endParaRPr b="0" sz="2300">
              <a:solidFill>
                <a:srgbClr val="1155CC"/>
              </a:solidFill>
            </a:endParaRPr>
          </a:p>
        </p:txBody>
      </p:sp>
      <p:pic>
        <p:nvPicPr>
          <p:cNvPr id="155" name="Google Shape;155;p35"/>
          <p:cNvPicPr preferRelativeResize="0"/>
          <p:nvPr/>
        </p:nvPicPr>
        <p:blipFill rotWithShape="1">
          <a:blip r:embed="rId3">
            <a:alphaModFix/>
          </a:blip>
          <a:srcRect b="6821" l="2254" r="10026" t="3781"/>
          <a:stretch/>
        </p:blipFill>
        <p:spPr>
          <a:xfrm>
            <a:off x="6101525" y="1173400"/>
            <a:ext cx="2773926" cy="1590199"/>
          </a:xfrm>
          <a:prstGeom prst="rect">
            <a:avLst/>
          </a:prstGeom>
          <a:noFill/>
          <a:ln>
            <a:noFill/>
          </a:ln>
        </p:spPr>
      </p:pic>
      <p:sp>
        <p:nvSpPr>
          <p:cNvPr id="156" name="Google Shape;156;p35"/>
          <p:cNvSpPr txBox="1"/>
          <p:nvPr/>
        </p:nvSpPr>
        <p:spPr>
          <a:xfrm>
            <a:off x="183000" y="2971325"/>
            <a:ext cx="1741200" cy="393900"/>
          </a:xfrm>
          <a:prstGeom prst="rect">
            <a:avLst/>
          </a:prstGeom>
          <a:noFill/>
          <a:ln cap="flat" cmpd="sng" w="9525">
            <a:solidFill>
              <a:srgbClr val="1C458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155CC"/>
                </a:solidFill>
              </a:rPr>
              <a:t>Intrusion detection</a:t>
            </a:r>
            <a:endParaRPr>
              <a:solidFill>
                <a:srgbClr val="1155CC"/>
              </a:solidFill>
            </a:endParaRPr>
          </a:p>
          <a:p>
            <a:pPr indent="0" lvl="0" marL="0" rtl="0" algn="l">
              <a:spcBef>
                <a:spcPts val="0"/>
              </a:spcBef>
              <a:spcAft>
                <a:spcPts val="0"/>
              </a:spcAft>
              <a:buNone/>
            </a:pPr>
            <a:r>
              <a:t/>
            </a:r>
            <a:endParaRPr sz="2100">
              <a:solidFill>
                <a:srgbClr val="1155CC"/>
              </a:solidFill>
            </a:endParaRPr>
          </a:p>
        </p:txBody>
      </p:sp>
      <p:sp>
        <p:nvSpPr>
          <p:cNvPr id="157" name="Google Shape;157;p35"/>
          <p:cNvSpPr txBox="1"/>
          <p:nvPr/>
        </p:nvSpPr>
        <p:spPr>
          <a:xfrm>
            <a:off x="130575" y="623900"/>
            <a:ext cx="1272900" cy="393900"/>
          </a:xfrm>
          <a:prstGeom prst="rect">
            <a:avLst/>
          </a:prstGeom>
          <a:noFill/>
          <a:ln cap="flat" cmpd="sng" w="9525">
            <a:solidFill>
              <a:srgbClr val="1C458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155CC"/>
                </a:solidFill>
              </a:rPr>
              <a:t>Fire detection</a:t>
            </a:r>
            <a:endParaRPr>
              <a:solidFill>
                <a:srgbClr val="1155CC"/>
              </a:solidFill>
            </a:endParaRPr>
          </a:p>
          <a:p>
            <a:pPr indent="0" lvl="0" marL="0" rtl="0" algn="l">
              <a:spcBef>
                <a:spcPts val="0"/>
              </a:spcBef>
              <a:spcAft>
                <a:spcPts val="0"/>
              </a:spcAft>
              <a:buNone/>
            </a:pPr>
            <a:r>
              <a:t/>
            </a:r>
            <a:endParaRPr sz="2100">
              <a:solidFill>
                <a:srgbClr val="1155CC"/>
              </a:solidFill>
            </a:endParaRPr>
          </a:p>
        </p:txBody>
      </p:sp>
      <p:sp>
        <p:nvSpPr>
          <p:cNvPr id="158" name="Google Shape;158;p35"/>
          <p:cNvSpPr txBox="1"/>
          <p:nvPr/>
        </p:nvSpPr>
        <p:spPr>
          <a:xfrm>
            <a:off x="6101525" y="623900"/>
            <a:ext cx="1600500" cy="393900"/>
          </a:xfrm>
          <a:prstGeom prst="rect">
            <a:avLst/>
          </a:prstGeom>
          <a:noFill/>
          <a:ln cap="flat" cmpd="sng" w="9525">
            <a:solidFill>
              <a:srgbClr val="1C458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155CC"/>
                </a:solidFill>
              </a:rPr>
              <a:t>Crowd detection</a:t>
            </a:r>
            <a:endParaRPr>
              <a:solidFill>
                <a:srgbClr val="1155CC"/>
              </a:solidFill>
            </a:endParaRPr>
          </a:p>
          <a:p>
            <a:pPr indent="0" lvl="0" marL="0" rtl="0" algn="l">
              <a:spcBef>
                <a:spcPts val="0"/>
              </a:spcBef>
              <a:spcAft>
                <a:spcPts val="0"/>
              </a:spcAft>
              <a:buNone/>
            </a:pPr>
            <a:r>
              <a:t/>
            </a:r>
            <a:endParaRPr sz="2100">
              <a:solidFill>
                <a:srgbClr val="1155CC"/>
              </a:solidFill>
            </a:endParaRPr>
          </a:p>
        </p:txBody>
      </p:sp>
      <p:sp>
        <p:nvSpPr>
          <p:cNvPr id="159" name="Google Shape;159;p35"/>
          <p:cNvSpPr txBox="1"/>
          <p:nvPr/>
        </p:nvSpPr>
        <p:spPr>
          <a:xfrm>
            <a:off x="3122875" y="2969975"/>
            <a:ext cx="1995000" cy="396600"/>
          </a:xfrm>
          <a:prstGeom prst="rect">
            <a:avLst/>
          </a:prstGeom>
          <a:noFill/>
          <a:ln cap="flat" cmpd="sng" w="9525">
            <a:solidFill>
              <a:srgbClr val="1C4587"/>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90000"/>
              </a:lnSpc>
              <a:spcBef>
                <a:spcPts val="800"/>
              </a:spcBef>
              <a:spcAft>
                <a:spcPts val="0"/>
              </a:spcAft>
              <a:buNone/>
            </a:pPr>
            <a:r>
              <a:rPr lang="en">
                <a:solidFill>
                  <a:srgbClr val="1155CC"/>
                </a:solidFill>
              </a:rPr>
              <a:t>Water leaks detection</a:t>
            </a:r>
            <a:endParaRPr>
              <a:solidFill>
                <a:srgbClr val="1155CC"/>
              </a:solidFill>
            </a:endParaRPr>
          </a:p>
          <a:p>
            <a:pPr indent="0" lvl="0" marL="0" rtl="0" algn="l">
              <a:spcBef>
                <a:spcPts val="0"/>
              </a:spcBef>
              <a:spcAft>
                <a:spcPts val="0"/>
              </a:spcAft>
              <a:buNone/>
            </a:pPr>
            <a:r>
              <a:t/>
            </a:r>
            <a:endParaRPr sz="2100">
              <a:solidFill>
                <a:srgbClr val="1155CC"/>
              </a:solidFill>
            </a:endParaRPr>
          </a:p>
        </p:txBody>
      </p:sp>
      <p:pic>
        <p:nvPicPr>
          <p:cNvPr id="160" name="Google Shape;160;p35"/>
          <p:cNvPicPr preferRelativeResize="0"/>
          <p:nvPr/>
        </p:nvPicPr>
        <p:blipFill rotWithShape="1">
          <a:blip r:embed="rId4">
            <a:alphaModFix/>
          </a:blip>
          <a:srcRect b="0" l="0" r="0" t="0"/>
          <a:stretch/>
        </p:blipFill>
        <p:spPr>
          <a:xfrm>
            <a:off x="3064625" y="3461650"/>
            <a:ext cx="2773925" cy="1560348"/>
          </a:xfrm>
          <a:prstGeom prst="rect">
            <a:avLst/>
          </a:prstGeom>
          <a:noFill/>
          <a:ln>
            <a:noFill/>
          </a:ln>
        </p:spPr>
      </p:pic>
      <p:sp>
        <p:nvSpPr>
          <p:cNvPr id="161" name="Google Shape;161;p35"/>
          <p:cNvSpPr txBox="1"/>
          <p:nvPr/>
        </p:nvSpPr>
        <p:spPr>
          <a:xfrm>
            <a:off x="3330900" y="652900"/>
            <a:ext cx="1995000" cy="396600"/>
          </a:xfrm>
          <a:prstGeom prst="rect">
            <a:avLst/>
          </a:prstGeom>
          <a:noFill/>
          <a:ln cap="flat" cmpd="sng" w="9525">
            <a:solidFill>
              <a:srgbClr val="1C4587"/>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90000"/>
              </a:lnSpc>
              <a:spcBef>
                <a:spcPts val="800"/>
              </a:spcBef>
              <a:spcAft>
                <a:spcPts val="0"/>
              </a:spcAft>
              <a:buNone/>
            </a:pPr>
            <a:r>
              <a:rPr lang="en">
                <a:solidFill>
                  <a:srgbClr val="1155CC"/>
                </a:solidFill>
              </a:rPr>
              <a:t>Gate open detection</a:t>
            </a:r>
            <a:endParaRPr>
              <a:solidFill>
                <a:srgbClr val="1155CC"/>
              </a:solidFill>
            </a:endParaRPr>
          </a:p>
          <a:p>
            <a:pPr indent="0" lvl="0" marL="0" rtl="0" algn="l">
              <a:spcBef>
                <a:spcPts val="0"/>
              </a:spcBef>
              <a:spcAft>
                <a:spcPts val="0"/>
              </a:spcAft>
              <a:buNone/>
            </a:pPr>
            <a:r>
              <a:t/>
            </a:r>
            <a:endParaRPr sz="2100">
              <a:solidFill>
                <a:srgbClr val="1155CC"/>
              </a:solidFill>
            </a:endParaRPr>
          </a:p>
        </p:txBody>
      </p:sp>
      <p:pic>
        <p:nvPicPr>
          <p:cNvPr id="162" name="Google Shape;162;p35"/>
          <p:cNvPicPr preferRelativeResize="0"/>
          <p:nvPr/>
        </p:nvPicPr>
        <p:blipFill>
          <a:blip r:embed="rId5">
            <a:alphaModFix/>
          </a:blip>
          <a:stretch>
            <a:fillRect/>
          </a:stretch>
        </p:blipFill>
        <p:spPr>
          <a:xfrm>
            <a:off x="5976700" y="3488251"/>
            <a:ext cx="2773925" cy="1560321"/>
          </a:xfrm>
          <a:prstGeom prst="rect">
            <a:avLst/>
          </a:prstGeom>
          <a:noFill/>
          <a:ln>
            <a:noFill/>
          </a:ln>
        </p:spPr>
      </p:pic>
      <p:sp>
        <p:nvSpPr>
          <p:cNvPr id="163" name="Google Shape;163;p35"/>
          <p:cNvSpPr txBox="1"/>
          <p:nvPr/>
        </p:nvSpPr>
        <p:spPr>
          <a:xfrm>
            <a:off x="5976700" y="2983263"/>
            <a:ext cx="1995000" cy="396600"/>
          </a:xfrm>
          <a:prstGeom prst="rect">
            <a:avLst/>
          </a:prstGeom>
          <a:noFill/>
          <a:ln cap="flat" cmpd="sng" w="9525">
            <a:solidFill>
              <a:srgbClr val="1C4587"/>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90000"/>
              </a:lnSpc>
              <a:spcBef>
                <a:spcPts val="800"/>
              </a:spcBef>
              <a:spcAft>
                <a:spcPts val="0"/>
              </a:spcAft>
              <a:buNone/>
            </a:pPr>
            <a:r>
              <a:rPr lang="en">
                <a:solidFill>
                  <a:srgbClr val="1155CC"/>
                </a:solidFill>
              </a:rPr>
              <a:t>Material shifting</a:t>
            </a:r>
            <a:endParaRPr>
              <a:solidFill>
                <a:srgbClr val="1155CC"/>
              </a:solidFill>
            </a:endParaRPr>
          </a:p>
          <a:p>
            <a:pPr indent="0" lvl="0" marL="0" rtl="0" algn="l">
              <a:lnSpc>
                <a:spcPct val="90000"/>
              </a:lnSpc>
              <a:spcBef>
                <a:spcPts val="800"/>
              </a:spcBef>
              <a:spcAft>
                <a:spcPts val="0"/>
              </a:spcAft>
              <a:buNone/>
            </a:pPr>
            <a:r>
              <a:t/>
            </a:r>
            <a:endParaRPr>
              <a:solidFill>
                <a:srgbClr val="1155CC"/>
              </a:solidFill>
            </a:endParaRPr>
          </a:p>
          <a:p>
            <a:pPr indent="0" lvl="0" marL="0" rtl="0" algn="l">
              <a:spcBef>
                <a:spcPts val="0"/>
              </a:spcBef>
              <a:spcAft>
                <a:spcPts val="0"/>
              </a:spcAft>
              <a:buNone/>
            </a:pPr>
            <a:r>
              <a:t/>
            </a:r>
            <a:endParaRPr sz="2100">
              <a:solidFill>
                <a:srgbClr val="1155CC"/>
              </a:solidFill>
            </a:endParaRPr>
          </a:p>
        </p:txBody>
      </p:sp>
      <p:pic>
        <p:nvPicPr>
          <p:cNvPr id="164" name="Google Shape;164;p35"/>
          <p:cNvPicPr preferRelativeResize="0"/>
          <p:nvPr/>
        </p:nvPicPr>
        <p:blipFill>
          <a:blip r:embed="rId6">
            <a:alphaModFix/>
          </a:blip>
          <a:stretch>
            <a:fillRect/>
          </a:stretch>
        </p:blipFill>
        <p:spPr>
          <a:xfrm>
            <a:off x="3330900" y="1144575"/>
            <a:ext cx="2645800" cy="1730325"/>
          </a:xfrm>
          <a:prstGeom prst="rect">
            <a:avLst/>
          </a:prstGeom>
          <a:noFill/>
          <a:ln>
            <a:noFill/>
          </a:ln>
        </p:spPr>
      </p:pic>
      <p:pic>
        <p:nvPicPr>
          <p:cNvPr id="165" name="Google Shape;165;p35"/>
          <p:cNvPicPr preferRelativeResize="0"/>
          <p:nvPr/>
        </p:nvPicPr>
        <p:blipFill>
          <a:blip r:embed="rId7">
            <a:alphaModFix/>
          </a:blip>
          <a:stretch>
            <a:fillRect/>
          </a:stretch>
        </p:blipFill>
        <p:spPr>
          <a:xfrm>
            <a:off x="128225" y="3476817"/>
            <a:ext cx="2773925" cy="1560333"/>
          </a:xfrm>
          <a:prstGeom prst="rect">
            <a:avLst/>
          </a:prstGeom>
          <a:noFill/>
          <a:ln>
            <a:noFill/>
          </a:ln>
        </p:spPr>
      </p:pic>
      <p:pic>
        <p:nvPicPr>
          <p:cNvPr id="166" name="Google Shape;166;p35"/>
          <p:cNvPicPr preferRelativeResize="0"/>
          <p:nvPr/>
        </p:nvPicPr>
        <p:blipFill>
          <a:blip r:embed="rId8">
            <a:alphaModFix/>
          </a:blip>
          <a:stretch>
            <a:fillRect/>
          </a:stretch>
        </p:blipFill>
        <p:spPr>
          <a:xfrm>
            <a:off x="128217" y="1103338"/>
            <a:ext cx="3076133" cy="1730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6"/>
          <p:cNvSpPr txBox="1"/>
          <p:nvPr/>
        </p:nvSpPr>
        <p:spPr>
          <a:xfrm>
            <a:off x="5821525" y="2863813"/>
            <a:ext cx="2940900" cy="367500"/>
          </a:xfrm>
          <a:prstGeom prst="rect">
            <a:avLst/>
          </a:prstGeom>
          <a:noFill/>
          <a:ln cap="flat" cmpd="sng" w="9525">
            <a:solidFill>
              <a:srgbClr val="1C4587"/>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90000"/>
              </a:lnSpc>
              <a:spcBef>
                <a:spcPts val="800"/>
              </a:spcBef>
              <a:spcAft>
                <a:spcPts val="0"/>
              </a:spcAft>
              <a:buNone/>
            </a:pPr>
            <a:r>
              <a:rPr lang="en">
                <a:solidFill>
                  <a:srgbClr val="1155CC"/>
                </a:solidFill>
              </a:rPr>
              <a:t>Camera connection lost detection</a:t>
            </a:r>
            <a:endParaRPr>
              <a:solidFill>
                <a:srgbClr val="1155CC"/>
              </a:solidFill>
            </a:endParaRPr>
          </a:p>
        </p:txBody>
      </p:sp>
      <p:sp>
        <p:nvSpPr>
          <p:cNvPr id="172" name="Google Shape;172;p36"/>
          <p:cNvSpPr txBox="1"/>
          <p:nvPr/>
        </p:nvSpPr>
        <p:spPr>
          <a:xfrm>
            <a:off x="4629900" y="152550"/>
            <a:ext cx="1551000" cy="331200"/>
          </a:xfrm>
          <a:prstGeom prst="rect">
            <a:avLst/>
          </a:prstGeom>
          <a:noFill/>
          <a:ln cap="flat" cmpd="sng" w="9525">
            <a:solidFill>
              <a:srgbClr val="1C4587"/>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90000"/>
              </a:lnSpc>
              <a:spcBef>
                <a:spcPts val="800"/>
              </a:spcBef>
              <a:spcAft>
                <a:spcPts val="0"/>
              </a:spcAft>
              <a:buNone/>
            </a:pPr>
            <a:r>
              <a:rPr lang="en">
                <a:solidFill>
                  <a:srgbClr val="1155CC"/>
                </a:solidFill>
              </a:rPr>
              <a:t>Helmet detection</a:t>
            </a:r>
            <a:endParaRPr>
              <a:solidFill>
                <a:srgbClr val="1155CC"/>
              </a:solidFill>
            </a:endParaRPr>
          </a:p>
        </p:txBody>
      </p:sp>
      <p:sp>
        <p:nvSpPr>
          <p:cNvPr id="173" name="Google Shape;173;p36"/>
          <p:cNvSpPr txBox="1"/>
          <p:nvPr/>
        </p:nvSpPr>
        <p:spPr>
          <a:xfrm>
            <a:off x="175525" y="2775888"/>
            <a:ext cx="1551000" cy="367500"/>
          </a:xfrm>
          <a:prstGeom prst="rect">
            <a:avLst/>
          </a:prstGeom>
          <a:noFill/>
          <a:ln cap="flat" cmpd="sng" w="9525">
            <a:solidFill>
              <a:srgbClr val="1C4587"/>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90000"/>
              </a:lnSpc>
              <a:spcBef>
                <a:spcPts val="800"/>
              </a:spcBef>
              <a:spcAft>
                <a:spcPts val="0"/>
              </a:spcAft>
              <a:buNone/>
            </a:pPr>
            <a:r>
              <a:rPr lang="en">
                <a:solidFill>
                  <a:srgbClr val="1155CC"/>
                </a:solidFill>
              </a:rPr>
              <a:t>Vehicle detection</a:t>
            </a:r>
            <a:endParaRPr>
              <a:solidFill>
                <a:srgbClr val="1155CC"/>
              </a:solidFill>
            </a:endParaRPr>
          </a:p>
        </p:txBody>
      </p:sp>
      <p:sp>
        <p:nvSpPr>
          <p:cNvPr id="174" name="Google Shape;174;p36"/>
          <p:cNvSpPr txBox="1"/>
          <p:nvPr/>
        </p:nvSpPr>
        <p:spPr>
          <a:xfrm>
            <a:off x="3593725" y="2830750"/>
            <a:ext cx="2029800" cy="367500"/>
          </a:xfrm>
          <a:prstGeom prst="rect">
            <a:avLst/>
          </a:prstGeom>
          <a:noFill/>
          <a:ln cap="flat" cmpd="sng" w="9525">
            <a:solidFill>
              <a:srgbClr val="1C4587"/>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90000"/>
              </a:lnSpc>
              <a:spcBef>
                <a:spcPts val="800"/>
              </a:spcBef>
              <a:spcAft>
                <a:spcPts val="0"/>
              </a:spcAft>
              <a:buNone/>
            </a:pPr>
            <a:r>
              <a:rPr lang="en">
                <a:solidFill>
                  <a:srgbClr val="1155CC"/>
                </a:solidFill>
              </a:rPr>
              <a:t>Covered face detection</a:t>
            </a:r>
            <a:endParaRPr>
              <a:solidFill>
                <a:srgbClr val="1155CC"/>
              </a:solidFill>
            </a:endParaRPr>
          </a:p>
        </p:txBody>
      </p:sp>
      <p:pic>
        <p:nvPicPr>
          <p:cNvPr id="175" name="Google Shape;175;p36"/>
          <p:cNvPicPr preferRelativeResize="0"/>
          <p:nvPr/>
        </p:nvPicPr>
        <p:blipFill>
          <a:blip r:embed="rId3">
            <a:alphaModFix/>
          </a:blip>
          <a:stretch>
            <a:fillRect/>
          </a:stretch>
        </p:blipFill>
        <p:spPr>
          <a:xfrm>
            <a:off x="6291950" y="134400"/>
            <a:ext cx="2580400" cy="2580350"/>
          </a:xfrm>
          <a:prstGeom prst="rect">
            <a:avLst/>
          </a:prstGeom>
          <a:noFill/>
          <a:ln>
            <a:noFill/>
          </a:ln>
        </p:spPr>
      </p:pic>
      <p:pic>
        <p:nvPicPr>
          <p:cNvPr id="176" name="Google Shape;176;p36"/>
          <p:cNvPicPr preferRelativeResize="0"/>
          <p:nvPr/>
        </p:nvPicPr>
        <p:blipFill>
          <a:blip r:embed="rId4">
            <a:alphaModFix/>
          </a:blip>
          <a:stretch>
            <a:fillRect/>
          </a:stretch>
        </p:blipFill>
        <p:spPr>
          <a:xfrm>
            <a:off x="4171375" y="718900"/>
            <a:ext cx="1929725" cy="1929725"/>
          </a:xfrm>
          <a:prstGeom prst="rect">
            <a:avLst/>
          </a:prstGeom>
          <a:noFill/>
          <a:ln>
            <a:noFill/>
          </a:ln>
        </p:spPr>
      </p:pic>
      <p:pic>
        <p:nvPicPr>
          <p:cNvPr id="177" name="Google Shape;177;p36"/>
          <p:cNvPicPr preferRelativeResize="0"/>
          <p:nvPr/>
        </p:nvPicPr>
        <p:blipFill>
          <a:blip r:embed="rId5">
            <a:alphaModFix/>
          </a:blip>
          <a:stretch>
            <a:fillRect/>
          </a:stretch>
        </p:blipFill>
        <p:spPr>
          <a:xfrm>
            <a:off x="157260" y="3343837"/>
            <a:ext cx="1587525" cy="1587525"/>
          </a:xfrm>
          <a:prstGeom prst="rect">
            <a:avLst/>
          </a:prstGeom>
          <a:noFill/>
          <a:ln>
            <a:noFill/>
          </a:ln>
        </p:spPr>
      </p:pic>
      <p:pic>
        <p:nvPicPr>
          <p:cNvPr id="178" name="Google Shape;178;p36"/>
          <p:cNvPicPr preferRelativeResize="0"/>
          <p:nvPr/>
        </p:nvPicPr>
        <p:blipFill>
          <a:blip r:embed="rId6">
            <a:alphaModFix/>
          </a:blip>
          <a:stretch>
            <a:fillRect/>
          </a:stretch>
        </p:blipFill>
        <p:spPr>
          <a:xfrm>
            <a:off x="1895675" y="3362100"/>
            <a:ext cx="1551001" cy="1551001"/>
          </a:xfrm>
          <a:prstGeom prst="rect">
            <a:avLst/>
          </a:prstGeom>
          <a:noFill/>
          <a:ln>
            <a:noFill/>
          </a:ln>
        </p:spPr>
      </p:pic>
      <p:sp>
        <p:nvSpPr>
          <p:cNvPr id="179" name="Google Shape;179;p36"/>
          <p:cNvSpPr txBox="1"/>
          <p:nvPr/>
        </p:nvSpPr>
        <p:spPr>
          <a:xfrm>
            <a:off x="175525" y="76100"/>
            <a:ext cx="2029800" cy="367500"/>
          </a:xfrm>
          <a:prstGeom prst="rect">
            <a:avLst/>
          </a:prstGeom>
          <a:noFill/>
          <a:ln cap="flat" cmpd="sng" w="9525">
            <a:solidFill>
              <a:srgbClr val="1C4587"/>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90000"/>
              </a:lnSpc>
              <a:spcBef>
                <a:spcPts val="800"/>
              </a:spcBef>
              <a:spcAft>
                <a:spcPts val="0"/>
              </a:spcAft>
              <a:buNone/>
            </a:pPr>
            <a:r>
              <a:rPr lang="en">
                <a:solidFill>
                  <a:srgbClr val="1155CC"/>
                </a:solidFill>
              </a:rPr>
              <a:t>Perimeter breach</a:t>
            </a:r>
            <a:endParaRPr>
              <a:solidFill>
                <a:srgbClr val="1155CC"/>
              </a:solidFill>
            </a:endParaRPr>
          </a:p>
        </p:txBody>
      </p:sp>
      <p:pic>
        <p:nvPicPr>
          <p:cNvPr id="180" name="Google Shape;180;p36"/>
          <p:cNvPicPr preferRelativeResize="0"/>
          <p:nvPr/>
        </p:nvPicPr>
        <p:blipFill>
          <a:blip r:embed="rId7">
            <a:alphaModFix/>
          </a:blip>
          <a:stretch>
            <a:fillRect/>
          </a:stretch>
        </p:blipFill>
        <p:spPr>
          <a:xfrm>
            <a:off x="3625475" y="3244625"/>
            <a:ext cx="1929725" cy="1785950"/>
          </a:xfrm>
          <a:prstGeom prst="rect">
            <a:avLst/>
          </a:prstGeom>
          <a:noFill/>
          <a:ln>
            <a:noFill/>
          </a:ln>
        </p:spPr>
      </p:pic>
      <p:pic>
        <p:nvPicPr>
          <p:cNvPr id="181" name="Google Shape;181;p36"/>
          <p:cNvPicPr preferRelativeResize="0"/>
          <p:nvPr/>
        </p:nvPicPr>
        <p:blipFill>
          <a:blip r:embed="rId8">
            <a:alphaModFix/>
          </a:blip>
          <a:stretch>
            <a:fillRect/>
          </a:stretch>
        </p:blipFill>
        <p:spPr>
          <a:xfrm>
            <a:off x="5821525" y="3380375"/>
            <a:ext cx="3231350" cy="1640450"/>
          </a:xfrm>
          <a:prstGeom prst="rect">
            <a:avLst/>
          </a:prstGeom>
          <a:noFill/>
          <a:ln>
            <a:noFill/>
          </a:ln>
        </p:spPr>
      </p:pic>
      <p:pic>
        <p:nvPicPr>
          <p:cNvPr id="182" name="Google Shape;182;p36"/>
          <p:cNvPicPr preferRelativeResize="0"/>
          <p:nvPr/>
        </p:nvPicPr>
        <p:blipFill>
          <a:blip r:embed="rId9">
            <a:alphaModFix/>
          </a:blip>
          <a:stretch>
            <a:fillRect/>
          </a:stretch>
        </p:blipFill>
        <p:spPr>
          <a:xfrm>
            <a:off x="157250" y="587300"/>
            <a:ext cx="3664538" cy="2061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7"/>
          <p:cNvSpPr txBox="1"/>
          <p:nvPr>
            <p:ph type="title"/>
          </p:nvPr>
        </p:nvSpPr>
        <p:spPr>
          <a:xfrm>
            <a:off x="457110" y="205200"/>
            <a:ext cx="82293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2400">
                <a:solidFill>
                  <a:srgbClr val="1155CC"/>
                </a:solidFill>
              </a:rPr>
              <a:t>Introduc</a:t>
            </a:r>
            <a:r>
              <a:rPr lang="en" sz="2400">
                <a:solidFill>
                  <a:srgbClr val="1155CC"/>
                </a:solidFill>
              </a:rPr>
              <a:t>tion</a:t>
            </a:r>
            <a:r>
              <a:rPr lang="en" sz="2400">
                <a:solidFill>
                  <a:srgbClr val="1155CC"/>
                </a:solidFill>
              </a:rPr>
              <a:t> to Aksha</a:t>
            </a:r>
            <a:endParaRPr sz="2400">
              <a:solidFill>
                <a:srgbClr val="1155CC"/>
              </a:solidFill>
            </a:endParaRPr>
          </a:p>
        </p:txBody>
      </p:sp>
      <p:sp>
        <p:nvSpPr>
          <p:cNvPr id="188" name="Google Shape;188;p37"/>
          <p:cNvSpPr txBox="1"/>
          <p:nvPr>
            <p:ph idx="1" type="subTitle"/>
          </p:nvPr>
        </p:nvSpPr>
        <p:spPr>
          <a:xfrm>
            <a:off x="457110" y="1203390"/>
            <a:ext cx="8229300" cy="2983200"/>
          </a:xfrm>
          <a:prstGeom prst="rect">
            <a:avLst/>
          </a:prstGeom>
        </p:spPr>
        <p:txBody>
          <a:bodyPr anchorCtr="0" anchor="t" bIns="0" lIns="0" spcFirstLastPara="1" rIns="0" wrap="square" tIns="0">
            <a:normAutofit/>
          </a:bodyPr>
          <a:lstStyle/>
          <a:p>
            <a:pPr indent="-342900" lvl="0" marL="457200" rtl="0" algn="l">
              <a:lnSpc>
                <a:spcPct val="150000"/>
              </a:lnSpc>
              <a:spcBef>
                <a:spcPts val="800"/>
              </a:spcBef>
              <a:spcAft>
                <a:spcPts val="0"/>
              </a:spcAft>
              <a:buSzPts val="1800"/>
              <a:buChar char="●"/>
            </a:pPr>
            <a:r>
              <a:rPr lang="en" sz="1800"/>
              <a:t>Aksha - Intelligent </a:t>
            </a:r>
            <a:r>
              <a:rPr lang="en" sz="1800"/>
              <a:t>surveillance</a:t>
            </a:r>
            <a:r>
              <a:rPr lang="en" sz="1800"/>
              <a:t> system is envisioned to automatically monitor the environment or premises with less or without human intervention.</a:t>
            </a:r>
            <a:endParaRPr sz="1800"/>
          </a:p>
          <a:p>
            <a:pPr indent="-342900" lvl="0" marL="457200" rtl="0" algn="l">
              <a:lnSpc>
                <a:spcPct val="150000"/>
              </a:lnSpc>
              <a:spcBef>
                <a:spcPts val="0"/>
              </a:spcBef>
              <a:spcAft>
                <a:spcPts val="0"/>
              </a:spcAft>
              <a:buSzPts val="1800"/>
              <a:buChar char="●"/>
            </a:pPr>
            <a:r>
              <a:rPr lang="en" sz="1800"/>
              <a:t>Such monitoring tasks include automatically detecting </a:t>
            </a:r>
            <a:r>
              <a:rPr lang="en" sz="1800"/>
              <a:t>objects,</a:t>
            </a:r>
            <a:r>
              <a:rPr lang="en" sz="1800"/>
              <a:t> unusual situations and performing further analysis and actions.</a:t>
            </a:r>
            <a:endParaRPr sz="1800"/>
          </a:p>
          <a:p>
            <a:pPr indent="-342900" lvl="0" marL="457200" rtl="0" algn="l">
              <a:lnSpc>
                <a:spcPct val="150000"/>
              </a:lnSpc>
              <a:spcBef>
                <a:spcPts val="0"/>
              </a:spcBef>
              <a:spcAft>
                <a:spcPts val="0"/>
              </a:spcAft>
              <a:buSzPts val="1800"/>
              <a:buChar char="●"/>
            </a:pPr>
            <a:r>
              <a:rPr lang="en" sz="1800"/>
              <a:t>Computer vision, A</a:t>
            </a:r>
            <a:r>
              <a:rPr lang="en" sz="1800"/>
              <a:t>rtificial</a:t>
            </a:r>
            <a:r>
              <a:rPr lang="en" sz="1800"/>
              <a:t> I</a:t>
            </a:r>
            <a:r>
              <a:rPr lang="en" sz="1800"/>
              <a:t>ntelligence</a:t>
            </a:r>
            <a:r>
              <a:rPr lang="en" sz="1800"/>
              <a:t>, and Gen AI </a:t>
            </a:r>
            <a:r>
              <a:rPr lang="en" sz="1800"/>
              <a:t>play a</a:t>
            </a:r>
            <a:r>
              <a:rPr lang="en" sz="1800"/>
              <a:t> very important role in </a:t>
            </a:r>
            <a:r>
              <a:rPr lang="en" sz="1800"/>
              <a:t>developing</a:t>
            </a:r>
            <a:r>
              <a:rPr lang="en" sz="1800"/>
              <a:t> such intelligent </a:t>
            </a:r>
            <a:r>
              <a:rPr lang="en" sz="1800"/>
              <a:t>systems</a:t>
            </a:r>
            <a:r>
              <a:rPr lang="en" sz="1800"/>
              <a:t>.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8"/>
          <p:cNvSpPr txBox="1"/>
          <p:nvPr>
            <p:ph type="title"/>
          </p:nvPr>
        </p:nvSpPr>
        <p:spPr>
          <a:xfrm>
            <a:off x="311700" y="445025"/>
            <a:ext cx="8520600" cy="5727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rPr lang="en" sz="2400">
                <a:solidFill>
                  <a:srgbClr val="1155CC"/>
                </a:solidFill>
              </a:rPr>
              <a:t>Aksha architectural approaches  </a:t>
            </a:r>
            <a:endParaRPr sz="2400">
              <a:solidFill>
                <a:srgbClr val="1155CC"/>
              </a:solidFill>
            </a:endParaRPr>
          </a:p>
        </p:txBody>
      </p:sp>
      <p:sp>
        <p:nvSpPr>
          <p:cNvPr id="194" name="Google Shape;194;p38"/>
          <p:cNvSpPr txBox="1"/>
          <p:nvPr>
            <p:ph idx="1" type="body"/>
          </p:nvPr>
        </p:nvSpPr>
        <p:spPr>
          <a:xfrm>
            <a:off x="311700" y="1152475"/>
            <a:ext cx="8520600" cy="495300"/>
          </a:xfrm>
          <a:prstGeom prst="rect">
            <a:avLst/>
          </a:prstGeom>
        </p:spPr>
        <p:txBody>
          <a:bodyPr anchorCtr="0" anchor="t" bIns="68575" lIns="68575" spcFirstLastPara="1" rIns="68575" wrap="square" tIns="68575">
            <a:normAutofit fontScale="32500" lnSpcReduction="20000"/>
          </a:bodyPr>
          <a:lstStyle/>
          <a:p>
            <a:pPr indent="0" lvl="0" marL="0" rtl="0" algn="l">
              <a:spcBef>
                <a:spcPts val="0"/>
              </a:spcBef>
              <a:spcAft>
                <a:spcPts val="0"/>
              </a:spcAft>
              <a:buNone/>
            </a:pPr>
            <a:r>
              <a:rPr lang="en" sz="5600"/>
              <a:t>We provide below mentioned architectural approaches </a:t>
            </a:r>
            <a:endParaRPr sz="5600"/>
          </a:p>
          <a:p>
            <a:pPr indent="0" lvl="0" marL="457200" rtl="0" algn="l">
              <a:spcBef>
                <a:spcPts val="0"/>
              </a:spcBef>
              <a:spcAft>
                <a:spcPts val="0"/>
              </a:spcAft>
              <a:buNone/>
            </a:pPr>
            <a:r>
              <a:rPr lang="en"/>
              <a:t>					</a:t>
            </a:r>
            <a:endParaRPr/>
          </a:p>
          <a:p>
            <a:pPr indent="0" lvl="0" marL="457200" rtl="0" algn="l">
              <a:spcBef>
                <a:spcPts val="0"/>
              </a:spcBef>
              <a:spcAft>
                <a:spcPts val="0"/>
              </a:spcAft>
              <a:buNone/>
            </a:pPr>
            <a:r>
              <a:t/>
            </a:r>
            <a:endParaRPr/>
          </a:p>
        </p:txBody>
      </p:sp>
      <p:grpSp>
        <p:nvGrpSpPr>
          <p:cNvPr id="195" name="Google Shape;195;p38"/>
          <p:cNvGrpSpPr/>
          <p:nvPr/>
        </p:nvGrpSpPr>
        <p:grpSpPr>
          <a:xfrm>
            <a:off x="256275" y="1659175"/>
            <a:ext cx="3937200" cy="3420300"/>
            <a:chOff x="441875" y="936800"/>
            <a:chExt cx="3937200" cy="3420300"/>
          </a:xfrm>
        </p:grpSpPr>
        <p:sp>
          <p:nvSpPr>
            <p:cNvPr id="196" name="Google Shape;196;p38"/>
            <p:cNvSpPr/>
            <p:nvPr/>
          </p:nvSpPr>
          <p:spPr>
            <a:xfrm>
              <a:off x="441875" y="936800"/>
              <a:ext cx="3937200" cy="3420300"/>
            </a:xfrm>
            <a:prstGeom prst="rect">
              <a:avLst/>
            </a:prstGeom>
            <a:noFill/>
            <a:ln cap="flat" cmpd="sng" w="9525">
              <a:solidFill>
                <a:srgbClr val="1C458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1155CC"/>
                  </a:solidFill>
                </a:rPr>
                <a:t>Aksha on Edge (On Premise)</a:t>
              </a:r>
              <a:endParaRPr b="1" sz="2100">
                <a:solidFill>
                  <a:srgbClr val="1155CC"/>
                </a:solidFill>
              </a:endParaRPr>
            </a:p>
            <a:p>
              <a:pPr indent="0" lvl="0" marL="0" rtl="0" algn="ctr">
                <a:spcBef>
                  <a:spcPts val="0"/>
                </a:spcBef>
                <a:spcAft>
                  <a:spcPts val="0"/>
                </a:spcAft>
                <a:buNone/>
              </a:pPr>
              <a:r>
                <a:rPr lang="en" sz="1100">
                  <a:solidFill>
                    <a:schemeClr val="dk2"/>
                  </a:solidFill>
                </a:rPr>
                <a:t>Aksha UI &amp; Backend on Edge</a:t>
              </a:r>
              <a:endParaRPr b="1" sz="1200">
                <a:solidFill>
                  <a:schemeClr val="dk1"/>
                </a:solidFill>
              </a:endParaRPr>
            </a:p>
          </p:txBody>
        </p:sp>
        <p:pic>
          <p:nvPicPr>
            <p:cNvPr id="197" name="Google Shape;197;p38"/>
            <p:cNvPicPr preferRelativeResize="0"/>
            <p:nvPr/>
          </p:nvPicPr>
          <p:blipFill rotWithShape="1">
            <a:blip r:embed="rId3">
              <a:alphaModFix/>
            </a:blip>
            <a:srcRect b="19399" l="0" r="0" t="19363"/>
            <a:stretch/>
          </p:blipFill>
          <p:spPr>
            <a:xfrm>
              <a:off x="1338913" y="2474349"/>
              <a:ext cx="2143125" cy="1312400"/>
            </a:xfrm>
            <a:prstGeom prst="rect">
              <a:avLst/>
            </a:prstGeom>
            <a:noFill/>
            <a:ln cap="flat" cmpd="sng" w="9525">
              <a:solidFill>
                <a:srgbClr val="1C4587"/>
              </a:solidFill>
              <a:prstDash val="solid"/>
              <a:round/>
              <a:headEnd len="sm" w="sm" type="none"/>
              <a:tailEnd len="sm" w="sm" type="none"/>
            </a:ln>
          </p:spPr>
        </p:pic>
        <p:pic>
          <p:nvPicPr>
            <p:cNvPr id="198" name="Google Shape;198;p38"/>
            <p:cNvPicPr preferRelativeResize="0"/>
            <p:nvPr/>
          </p:nvPicPr>
          <p:blipFill>
            <a:blip r:embed="rId4">
              <a:alphaModFix/>
            </a:blip>
            <a:stretch>
              <a:fillRect/>
            </a:stretch>
          </p:blipFill>
          <p:spPr>
            <a:xfrm>
              <a:off x="2073919" y="1790801"/>
              <a:ext cx="495332" cy="495949"/>
            </a:xfrm>
            <a:prstGeom prst="rect">
              <a:avLst/>
            </a:prstGeom>
            <a:noFill/>
            <a:ln cap="flat" cmpd="sng" w="9525">
              <a:solidFill>
                <a:srgbClr val="1C4587"/>
              </a:solidFill>
              <a:prstDash val="solid"/>
              <a:round/>
              <a:headEnd len="sm" w="sm" type="none"/>
              <a:tailEnd len="sm" w="sm" type="none"/>
            </a:ln>
          </p:spPr>
        </p:pic>
      </p:grpSp>
      <p:grpSp>
        <p:nvGrpSpPr>
          <p:cNvPr id="199" name="Google Shape;199;p38"/>
          <p:cNvGrpSpPr/>
          <p:nvPr/>
        </p:nvGrpSpPr>
        <p:grpSpPr>
          <a:xfrm>
            <a:off x="4432075" y="1647775"/>
            <a:ext cx="3937200" cy="3420300"/>
            <a:chOff x="441875" y="936800"/>
            <a:chExt cx="3937200" cy="3420300"/>
          </a:xfrm>
        </p:grpSpPr>
        <p:sp>
          <p:nvSpPr>
            <p:cNvPr id="200" name="Google Shape;200;p38"/>
            <p:cNvSpPr/>
            <p:nvPr/>
          </p:nvSpPr>
          <p:spPr>
            <a:xfrm>
              <a:off x="441875" y="936800"/>
              <a:ext cx="3937200" cy="3420300"/>
            </a:xfrm>
            <a:prstGeom prst="rect">
              <a:avLst/>
            </a:prstGeom>
            <a:noFill/>
            <a:ln cap="flat" cmpd="sng" w="9525">
              <a:solidFill>
                <a:srgbClr val="1C4587"/>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solidFill>
                    <a:srgbClr val="1155CC"/>
                  </a:solidFill>
                </a:rPr>
                <a:t>Aksha on Edge &amp; Cloud</a:t>
              </a:r>
              <a:endParaRPr b="1" sz="2100">
                <a:solidFill>
                  <a:srgbClr val="1155CC"/>
                </a:solidFill>
              </a:endParaRPr>
            </a:p>
            <a:p>
              <a:pPr indent="0" lvl="0" marL="0" rtl="0" algn="ctr">
                <a:spcBef>
                  <a:spcPts val="0"/>
                </a:spcBef>
                <a:spcAft>
                  <a:spcPts val="0"/>
                </a:spcAft>
                <a:buNone/>
              </a:pPr>
              <a:r>
                <a:rPr lang="en" sz="1100">
                  <a:solidFill>
                    <a:schemeClr val="dk2"/>
                  </a:solidFill>
                </a:rPr>
                <a:t>Aksha UI on Cloud &amp; Backend on Edge</a:t>
              </a:r>
              <a:endParaRPr b="1" sz="1200">
                <a:solidFill>
                  <a:schemeClr val="dk1"/>
                </a:solidFill>
              </a:endParaRPr>
            </a:p>
          </p:txBody>
        </p:sp>
        <p:pic>
          <p:nvPicPr>
            <p:cNvPr id="201" name="Google Shape;201;p38"/>
            <p:cNvPicPr preferRelativeResize="0"/>
            <p:nvPr/>
          </p:nvPicPr>
          <p:blipFill>
            <a:blip r:embed="rId4">
              <a:alphaModFix/>
            </a:blip>
            <a:stretch>
              <a:fillRect/>
            </a:stretch>
          </p:blipFill>
          <p:spPr>
            <a:xfrm>
              <a:off x="2073919" y="1790801"/>
              <a:ext cx="495332" cy="495949"/>
            </a:xfrm>
            <a:prstGeom prst="rect">
              <a:avLst/>
            </a:prstGeom>
            <a:noFill/>
            <a:ln cap="flat" cmpd="sng" w="9525">
              <a:solidFill>
                <a:srgbClr val="1C4587"/>
              </a:solidFill>
              <a:prstDash val="solid"/>
              <a:round/>
              <a:headEnd len="sm" w="sm" type="none"/>
              <a:tailEnd len="sm" w="sm" type="none"/>
            </a:ln>
          </p:spPr>
        </p:pic>
      </p:grpSp>
      <p:grpSp>
        <p:nvGrpSpPr>
          <p:cNvPr id="202" name="Google Shape;202;p38"/>
          <p:cNvGrpSpPr/>
          <p:nvPr/>
        </p:nvGrpSpPr>
        <p:grpSpPr>
          <a:xfrm>
            <a:off x="6455137" y="3402299"/>
            <a:ext cx="1790337" cy="1312400"/>
            <a:chOff x="2504712" y="2659924"/>
            <a:chExt cx="1790337" cy="1312400"/>
          </a:xfrm>
        </p:grpSpPr>
        <p:pic>
          <p:nvPicPr>
            <p:cNvPr id="203" name="Google Shape;203;p38"/>
            <p:cNvPicPr preferRelativeResize="0"/>
            <p:nvPr/>
          </p:nvPicPr>
          <p:blipFill>
            <a:blip r:embed="rId5">
              <a:alphaModFix/>
            </a:blip>
            <a:stretch>
              <a:fillRect/>
            </a:stretch>
          </p:blipFill>
          <p:spPr>
            <a:xfrm>
              <a:off x="3000051" y="2659924"/>
              <a:ext cx="1294999" cy="1312400"/>
            </a:xfrm>
            <a:prstGeom prst="rect">
              <a:avLst/>
            </a:prstGeom>
            <a:noFill/>
            <a:ln>
              <a:noFill/>
            </a:ln>
          </p:spPr>
        </p:pic>
        <p:pic>
          <p:nvPicPr>
            <p:cNvPr id="204" name="Google Shape;204;p38"/>
            <p:cNvPicPr preferRelativeResize="0"/>
            <p:nvPr/>
          </p:nvPicPr>
          <p:blipFill rotWithShape="1">
            <a:blip r:embed="rId6">
              <a:alphaModFix/>
            </a:blip>
            <a:srcRect b="10050" l="10281" r="10201" t="10432"/>
            <a:stretch/>
          </p:blipFill>
          <p:spPr>
            <a:xfrm>
              <a:off x="2504712" y="2946884"/>
              <a:ext cx="495325" cy="495340"/>
            </a:xfrm>
            <a:prstGeom prst="rect">
              <a:avLst/>
            </a:prstGeom>
            <a:noFill/>
            <a:ln>
              <a:noFill/>
            </a:ln>
          </p:spPr>
        </p:pic>
      </p:grpSp>
      <p:pic>
        <p:nvPicPr>
          <p:cNvPr id="205" name="Google Shape;205;p38"/>
          <p:cNvPicPr preferRelativeResize="0"/>
          <p:nvPr/>
        </p:nvPicPr>
        <p:blipFill>
          <a:blip r:embed="rId7">
            <a:alphaModFix/>
          </a:blip>
          <a:stretch>
            <a:fillRect/>
          </a:stretch>
        </p:blipFill>
        <p:spPr>
          <a:xfrm>
            <a:off x="4922550" y="3281175"/>
            <a:ext cx="1433500" cy="1433525"/>
          </a:xfrm>
          <a:prstGeom prst="rect">
            <a:avLst/>
          </a:prstGeom>
          <a:noFill/>
          <a:ln>
            <a:noFill/>
          </a:ln>
        </p:spPr>
      </p:pic>
      <p:sp>
        <p:nvSpPr>
          <p:cNvPr id="206" name="Google Shape;206;p38"/>
          <p:cNvSpPr txBox="1"/>
          <p:nvPr/>
        </p:nvSpPr>
        <p:spPr>
          <a:xfrm>
            <a:off x="8229600" y="4767263"/>
            <a:ext cx="285900" cy="273900"/>
          </a:xfrm>
          <a:prstGeom prst="rect">
            <a:avLst/>
          </a:prstGeom>
          <a:noFill/>
          <a:ln>
            <a:noFill/>
          </a:ln>
        </p:spPr>
        <p:txBody>
          <a:bodyPr anchorCtr="0" anchor="ctr" bIns="34275" lIns="68550" spcFirstLastPara="1" rIns="68550" wrap="square" tIns="34275">
            <a:noAutofit/>
          </a:bodyPr>
          <a:lstStyle/>
          <a:p>
            <a:pPr indent="0" lvl="0" marL="0" rtl="0" algn="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
        <p:nvSpPr>
          <p:cNvPr id="207" name="Google Shape;207;p38"/>
          <p:cNvSpPr txBox="1"/>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Calibri"/>
                <a:ea typeface="Calibri"/>
                <a:cs typeface="Calibri"/>
                <a:sym typeface="Calibri"/>
              </a:rPr>
              <a:t>AlgoAnalytics Pvt. Ltd</a:t>
            </a:r>
            <a:endParaRPr b="0" i="0" sz="1400" u="none" cap="none" strike="noStrike">
              <a:solidFill>
                <a:srgbClr val="000000"/>
              </a:solidFill>
              <a:latin typeface="Arial"/>
              <a:ea typeface="Arial"/>
              <a:cs typeface="Arial"/>
              <a:sym typeface="Arial"/>
            </a:endParaRPr>
          </a:p>
        </p:txBody>
      </p:sp>
      <p:sp>
        <p:nvSpPr>
          <p:cNvPr id="208" name="Google Shape;208;p38"/>
          <p:cNvSpPr txBox="1"/>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lang="en" sz="900">
                <a:solidFill>
                  <a:srgbClr val="FFFFFF"/>
                </a:solidFill>
                <a:latin typeface="Calibri"/>
                <a:ea typeface="Calibri"/>
                <a:cs typeface="Calibri"/>
                <a:sym typeface="Calibri"/>
              </a:rPr>
              <a:t>Strictly Confidential</a:t>
            </a:r>
            <a:endParaRPr sz="900">
              <a:solidFill>
                <a:srgbClr val="FFFFFF"/>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9"/>
          <p:cNvSpPr txBox="1"/>
          <p:nvPr>
            <p:ph type="title"/>
          </p:nvPr>
        </p:nvSpPr>
        <p:spPr>
          <a:xfrm>
            <a:off x="253350" y="46163"/>
            <a:ext cx="4119000" cy="3300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2100"/>
              <a:buFont typeface="Arial"/>
              <a:buNone/>
            </a:pPr>
            <a:r>
              <a:rPr lang="en">
                <a:solidFill>
                  <a:srgbClr val="1155CC"/>
                </a:solidFill>
              </a:rPr>
              <a:t>Aksha</a:t>
            </a:r>
            <a:r>
              <a:rPr lang="en"/>
              <a:t> </a:t>
            </a:r>
            <a:endParaRPr/>
          </a:p>
        </p:txBody>
      </p:sp>
      <p:sp>
        <p:nvSpPr>
          <p:cNvPr id="214" name="Google Shape;214;p39"/>
          <p:cNvSpPr txBox="1"/>
          <p:nvPr>
            <p:ph idx="1" type="body"/>
          </p:nvPr>
        </p:nvSpPr>
        <p:spPr>
          <a:xfrm>
            <a:off x="162850" y="502125"/>
            <a:ext cx="8815200" cy="915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SzPts val="1100"/>
              <a:buNone/>
            </a:pPr>
            <a:r>
              <a:rPr b="1" lang="en" sz="1500"/>
              <a:t>Aksha,</a:t>
            </a:r>
            <a:r>
              <a:rPr lang="en" sz="1500"/>
              <a:t> the smart surveillance system for the businesses that value employee safety. It is self learning system which detects object &amp; anomalies using the power of Artificial Intelligence. It enables user to set customized alerts at fingertips.</a:t>
            </a:r>
            <a:endParaRPr sz="1500"/>
          </a:p>
          <a:p>
            <a:pPr indent="0" lvl="0" marL="0" rtl="0" algn="just">
              <a:lnSpc>
                <a:spcPct val="115000"/>
              </a:lnSpc>
              <a:spcBef>
                <a:spcPts val="1200"/>
              </a:spcBef>
              <a:spcAft>
                <a:spcPts val="0"/>
              </a:spcAft>
              <a:buSzPts val="1100"/>
              <a:buNone/>
            </a:pPr>
            <a:r>
              <a:t/>
            </a:r>
            <a:endParaRPr sz="1500"/>
          </a:p>
          <a:p>
            <a:pPr indent="0" lvl="0" marL="0" rtl="0" algn="just">
              <a:lnSpc>
                <a:spcPct val="115000"/>
              </a:lnSpc>
              <a:spcBef>
                <a:spcPts val="1200"/>
              </a:spcBef>
              <a:spcAft>
                <a:spcPts val="0"/>
              </a:spcAft>
              <a:buSzPts val="1100"/>
              <a:buNone/>
            </a:pPr>
            <a:r>
              <a:t/>
            </a:r>
            <a:endParaRPr sz="1400">
              <a:solidFill>
                <a:srgbClr val="075BEE"/>
              </a:solidFill>
            </a:endParaRPr>
          </a:p>
          <a:p>
            <a:pPr indent="0" lvl="0" marL="914400" rtl="0" algn="l">
              <a:lnSpc>
                <a:spcPct val="115000"/>
              </a:lnSpc>
              <a:spcBef>
                <a:spcPts val="1200"/>
              </a:spcBef>
              <a:spcAft>
                <a:spcPts val="0"/>
              </a:spcAft>
              <a:buSzPts val="1400"/>
              <a:buNone/>
            </a:pPr>
            <a:r>
              <a:t/>
            </a:r>
            <a:endParaRPr sz="1400">
              <a:solidFill>
                <a:srgbClr val="075BEE"/>
              </a:solidFill>
            </a:endParaRPr>
          </a:p>
          <a:p>
            <a:pPr indent="0" lvl="0" marL="914400" rtl="0" algn="l">
              <a:lnSpc>
                <a:spcPct val="115000"/>
              </a:lnSpc>
              <a:spcBef>
                <a:spcPts val="0"/>
              </a:spcBef>
              <a:spcAft>
                <a:spcPts val="0"/>
              </a:spcAft>
              <a:buSzPts val="1400"/>
              <a:buNone/>
            </a:pPr>
            <a:r>
              <a:t/>
            </a:r>
            <a:endParaRPr sz="1400">
              <a:solidFill>
                <a:srgbClr val="075BEE"/>
              </a:solidFill>
            </a:endParaRPr>
          </a:p>
          <a:p>
            <a:pPr indent="0" lvl="0" marL="914400" rtl="0" algn="l">
              <a:lnSpc>
                <a:spcPct val="115000"/>
              </a:lnSpc>
              <a:spcBef>
                <a:spcPts val="0"/>
              </a:spcBef>
              <a:spcAft>
                <a:spcPts val="0"/>
              </a:spcAft>
              <a:buSzPts val="1400"/>
              <a:buNone/>
            </a:pPr>
            <a:r>
              <a:t/>
            </a:r>
            <a:endParaRPr sz="1400">
              <a:solidFill>
                <a:srgbClr val="075BEE"/>
              </a:solidFill>
            </a:endParaRPr>
          </a:p>
          <a:p>
            <a:pPr indent="0" lvl="0" marL="914400" rtl="0" algn="l">
              <a:lnSpc>
                <a:spcPct val="115000"/>
              </a:lnSpc>
              <a:spcBef>
                <a:spcPts val="0"/>
              </a:spcBef>
              <a:spcAft>
                <a:spcPts val="0"/>
              </a:spcAft>
              <a:buSzPts val="1400"/>
              <a:buNone/>
            </a:pPr>
            <a:r>
              <a:t/>
            </a:r>
            <a:endParaRPr sz="1400">
              <a:solidFill>
                <a:srgbClr val="075BEE"/>
              </a:solidFill>
            </a:endParaRPr>
          </a:p>
          <a:p>
            <a:pPr indent="0" lvl="0" marL="914400" rtl="0" algn="l">
              <a:lnSpc>
                <a:spcPct val="115000"/>
              </a:lnSpc>
              <a:spcBef>
                <a:spcPts val="0"/>
              </a:spcBef>
              <a:spcAft>
                <a:spcPts val="0"/>
              </a:spcAft>
              <a:buSzPts val="1400"/>
              <a:buNone/>
            </a:pPr>
            <a:r>
              <a:t/>
            </a:r>
            <a:endParaRPr sz="1400">
              <a:solidFill>
                <a:srgbClr val="075BEE"/>
              </a:solidFill>
            </a:endParaRPr>
          </a:p>
          <a:p>
            <a:pPr indent="0" lvl="0" marL="914400" rtl="0" algn="l">
              <a:lnSpc>
                <a:spcPct val="115000"/>
              </a:lnSpc>
              <a:spcBef>
                <a:spcPts val="0"/>
              </a:spcBef>
              <a:spcAft>
                <a:spcPts val="0"/>
              </a:spcAft>
              <a:buSzPts val="1400"/>
              <a:buNone/>
            </a:pPr>
            <a:r>
              <a:t/>
            </a:r>
            <a:endParaRPr sz="1400">
              <a:solidFill>
                <a:srgbClr val="075BEE"/>
              </a:solidFill>
            </a:endParaRPr>
          </a:p>
          <a:p>
            <a:pPr indent="0" lvl="0" marL="914400" rtl="0" algn="l">
              <a:lnSpc>
                <a:spcPct val="115000"/>
              </a:lnSpc>
              <a:spcBef>
                <a:spcPts val="0"/>
              </a:spcBef>
              <a:spcAft>
                <a:spcPts val="0"/>
              </a:spcAft>
              <a:buSzPts val="1400"/>
              <a:buNone/>
            </a:pPr>
            <a:r>
              <a:t/>
            </a:r>
            <a:endParaRPr sz="1400">
              <a:solidFill>
                <a:srgbClr val="075BEE"/>
              </a:solidFill>
            </a:endParaRPr>
          </a:p>
          <a:p>
            <a:pPr indent="0" lvl="0" marL="914400" rtl="0" algn="l">
              <a:lnSpc>
                <a:spcPct val="115000"/>
              </a:lnSpc>
              <a:spcBef>
                <a:spcPts val="0"/>
              </a:spcBef>
              <a:spcAft>
                <a:spcPts val="0"/>
              </a:spcAft>
              <a:buSzPts val="1400"/>
              <a:buNone/>
            </a:pPr>
            <a:r>
              <a:t/>
            </a:r>
            <a:endParaRPr sz="1400">
              <a:solidFill>
                <a:srgbClr val="075BEE"/>
              </a:solidFill>
            </a:endParaRPr>
          </a:p>
          <a:p>
            <a:pPr indent="0" lvl="0" marL="914400" rtl="0" algn="l">
              <a:lnSpc>
                <a:spcPct val="115000"/>
              </a:lnSpc>
              <a:spcBef>
                <a:spcPts val="0"/>
              </a:spcBef>
              <a:spcAft>
                <a:spcPts val="0"/>
              </a:spcAft>
              <a:buSzPts val="1400"/>
              <a:buNone/>
            </a:pPr>
            <a:r>
              <a:t/>
            </a:r>
            <a:endParaRPr sz="1400">
              <a:solidFill>
                <a:srgbClr val="075BEE"/>
              </a:solidFill>
            </a:endParaRPr>
          </a:p>
          <a:p>
            <a:pPr indent="0" lvl="0" marL="0" rtl="0" algn="just">
              <a:lnSpc>
                <a:spcPct val="115000"/>
              </a:lnSpc>
              <a:spcBef>
                <a:spcPts val="1200"/>
              </a:spcBef>
              <a:spcAft>
                <a:spcPts val="0"/>
              </a:spcAft>
              <a:buClr>
                <a:schemeClr val="dk1"/>
              </a:buClr>
              <a:buSzPts val="1100"/>
              <a:buFont typeface="Arial"/>
              <a:buNone/>
            </a:pPr>
            <a:r>
              <a:t/>
            </a:r>
            <a:endParaRPr sz="1200">
              <a:solidFill>
                <a:srgbClr val="075BEE"/>
              </a:solidFill>
              <a:latin typeface="Arial"/>
              <a:ea typeface="Arial"/>
              <a:cs typeface="Arial"/>
              <a:sym typeface="Arial"/>
            </a:endParaRPr>
          </a:p>
          <a:p>
            <a:pPr indent="0" lvl="0" marL="0" rtl="0" algn="l">
              <a:lnSpc>
                <a:spcPct val="90000"/>
              </a:lnSpc>
              <a:spcBef>
                <a:spcPts val="1200"/>
              </a:spcBef>
              <a:spcAft>
                <a:spcPts val="0"/>
              </a:spcAft>
              <a:buSzPts val="1400"/>
              <a:buNone/>
            </a:pPr>
            <a:r>
              <a:rPr lang="en" sz="1000">
                <a:solidFill>
                  <a:srgbClr val="075BEE"/>
                </a:solidFill>
              </a:rPr>
              <a:t> </a:t>
            </a:r>
            <a:endParaRPr sz="1000">
              <a:solidFill>
                <a:srgbClr val="075BEE"/>
              </a:solidFill>
            </a:endParaRPr>
          </a:p>
        </p:txBody>
      </p:sp>
      <p:pic>
        <p:nvPicPr>
          <p:cNvPr id="215" name="Google Shape;215;p39"/>
          <p:cNvPicPr preferRelativeResize="0"/>
          <p:nvPr/>
        </p:nvPicPr>
        <p:blipFill rotWithShape="1">
          <a:blip r:embed="rId3">
            <a:alphaModFix/>
          </a:blip>
          <a:srcRect b="0" l="0" r="0" t="0"/>
          <a:stretch/>
        </p:blipFill>
        <p:spPr>
          <a:xfrm>
            <a:off x="8382410" y="55080"/>
            <a:ext cx="571985" cy="572700"/>
          </a:xfrm>
          <a:prstGeom prst="rect">
            <a:avLst/>
          </a:prstGeom>
          <a:noFill/>
          <a:ln>
            <a:noFill/>
          </a:ln>
        </p:spPr>
      </p:pic>
      <p:sp>
        <p:nvSpPr>
          <p:cNvPr id="216" name="Google Shape;216;p3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sp>
        <p:nvSpPr>
          <p:cNvPr id="217" name="Google Shape;217;p39"/>
          <p:cNvSpPr txBox="1"/>
          <p:nvPr/>
        </p:nvSpPr>
        <p:spPr>
          <a:xfrm>
            <a:off x="253350" y="1533150"/>
            <a:ext cx="1740000" cy="433800"/>
          </a:xfrm>
          <a:prstGeom prst="rect">
            <a:avLst/>
          </a:prstGeom>
          <a:solidFill>
            <a:srgbClr val="4472C4"/>
          </a:solidFill>
          <a:ln cap="flat" cmpd="sng" w="19050">
            <a:solidFill>
              <a:srgbClr val="4472C4"/>
            </a:solidFill>
            <a:prstDash val="solid"/>
            <a:round/>
            <a:headEnd len="sm" w="sm" type="none"/>
            <a:tailEnd len="sm" w="sm" type="none"/>
          </a:ln>
          <a:effectLst>
            <a:outerShdw blurRad="57150" rotWithShape="0" algn="bl" dir="5400000" dist="19050">
              <a:srgbClr val="000000">
                <a:alpha val="498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b="1" i="0" lang="en" sz="1400" u="none" cap="none" strike="noStrike">
                <a:solidFill>
                  <a:schemeClr val="lt1"/>
                </a:solidFill>
                <a:highlight>
                  <a:srgbClr val="4472C4"/>
                </a:highlight>
                <a:latin typeface="Calibri"/>
                <a:ea typeface="Calibri"/>
                <a:cs typeface="Calibri"/>
                <a:sym typeface="Calibri"/>
              </a:rPr>
              <a:t>Main features</a:t>
            </a:r>
            <a:endParaRPr b="1" i="0" sz="1400" u="none" cap="none" strike="noStrike">
              <a:solidFill>
                <a:schemeClr val="lt1"/>
              </a:solidFill>
              <a:highlight>
                <a:srgbClr val="4472C4"/>
              </a:highlight>
              <a:latin typeface="Calibri"/>
              <a:ea typeface="Calibri"/>
              <a:cs typeface="Calibri"/>
              <a:sym typeface="Calibri"/>
            </a:endParaRPr>
          </a:p>
        </p:txBody>
      </p:sp>
      <p:grpSp>
        <p:nvGrpSpPr>
          <p:cNvPr id="218" name="Google Shape;218;p39"/>
          <p:cNvGrpSpPr/>
          <p:nvPr/>
        </p:nvGrpSpPr>
        <p:grpSpPr>
          <a:xfrm>
            <a:off x="40794" y="2031750"/>
            <a:ext cx="9058318" cy="3009425"/>
            <a:chOff x="63207" y="2190975"/>
            <a:chExt cx="9058318" cy="3009425"/>
          </a:xfrm>
        </p:grpSpPr>
        <p:sp>
          <p:nvSpPr>
            <p:cNvPr id="219" name="Google Shape;219;p39"/>
            <p:cNvSpPr txBox="1"/>
            <p:nvPr/>
          </p:nvSpPr>
          <p:spPr>
            <a:xfrm>
              <a:off x="63207" y="2260425"/>
              <a:ext cx="3017700" cy="433800"/>
            </a:xfrm>
            <a:prstGeom prst="rect">
              <a:avLst/>
            </a:prstGeom>
            <a:solidFill>
              <a:schemeClr val="lt1"/>
            </a:solidFill>
            <a:ln cap="flat" cmpd="sng" w="9525">
              <a:solidFill>
                <a:srgbClr val="1C4587"/>
              </a:solidFill>
              <a:prstDash val="solid"/>
              <a:round/>
              <a:headEnd len="sm" w="sm" type="none"/>
              <a:tailEnd len="sm" w="sm" type="none"/>
            </a:ln>
          </p:spPr>
          <p:txBody>
            <a:bodyPr anchorCtr="0" anchor="t" bIns="0"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3C78D8"/>
                  </a:solidFill>
                  <a:latin typeface="Calibri"/>
                  <a:ea typeface="Calibri"/>
                  <a:cs typeface="Calibri"/>
                  <a:sym typeface="Calibri"/>
                </a:rPr>
                <a:t>Live recording and processing of data </a:t>
              </a:r>
              <a:endParaRPr b="0" i="0" sz="1400" u="none" cap="none" strike="noStrike">
                <a:solidFill>
                  <a:srgbClr val="3C78D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3C78D8"/>
                </a:solidFill>
                <a:latin typeface="Calibri"/>
                <a:ea typeface="Calibri"/>
                <a:cs typeface="Calibri"/>
                <a:sym typeface="Calibri"/>
              </a:endParaRPr>
            </a:p>
          </p:txBody>
        </p:sp>
        <p:sp>
          <p:nvSpPr>
            <p:cNvPr id="220" name="Google Shape;220;p39"/>
            <p:cNvSpPr txBox="1"/>
            <p:nvPr/>
          </p:nvSpPr>
          <p:spPr>
            <a:xfrm>
              <a:off x="3473725" y="2260425"/>
              <a:ext cx="2248500" cy="433800"/>
            </a:xfrm>
            <a:prstGeom prst="rect">
              <a:avLst/>
            </a:prstGeom>
            <a:solidFill>
              <a:schemeClr val="lt1"/>
            </a:solidFill>
            <a:ln cap="flat" cmpd="sng" w="9525">
              <a:solidFill>
                <a:srgbClr val="1C4587"/>
              </a:solidFill>
              <a:prstDash val="solid"/>
              <a:round/>
              <a:headEnd len="sm" w="sm" type="none"/>
              <a:tailEnd len="sm" w="sm" type="none"/>
            </a:ln>
          </p:spPr>
          <p:txBody>
            <a:bodyPr anchorCtr="0" anchor="t" bIns="0"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b="0" i="0" lang="en" sz="1400" u="none" cap="none" strike="noStrike">
                  <a:solidFill>
                    <a:srgbClr val="3C78D8"/>
                  </a:solidFill>
                  <a:latin typeface="Calibri"/>
                  <a:ea typeface="Calibri"/>
                  <a:cs typeface="Calibri"/>
                  <a:sym typeface="Calibri"/>
                </a:rPr>
                <a:t>Object detection</a:t>
              </a:r>
              <a:endParaRPr b="0" i="0" sz="1400" u="none" cap="none" strike="noStrike">
                <a:solidFill>
                  <a:srgbClr val="3C78D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3C78D8"/>
                </a:solidFill>
                <a:latin typeface="Calibri"/>
                <a:ea typeface="Calibri"/>
                <a:cs typeface="Calibri"/>
                <a:sym typeface="Calibri"/>
              </a:endParaRPr>
            </a:p>
          </p:txBody>
        </p:sp>
        <p:sp>
          <p:nvSpPr>
            <p:cNvPr id="221" name="Google Shape;221;p39"/>
            <p:cNvSpPr txBox="1"/>
            <p:nvPr/>
          </p:nvSpPr>
          <p:spPr>
            <a:xfrm>
              <a:off x="6115063" y="2190975"/>
              <a:ext cx="2862900" cy="503100"/>
            </a:xfrm>
            <a:prstGeom prst="rect">
              <a:avLst/>
            </a:prstGeom>
            <a:solidFill>
              <a:schemeClr val="lt1"/>
            </a:solidFill>
            <a:ln cap="flat" cmpd="sng" w="9525">
              <a:solidFill>
                <a:srgbClr val="1C4587"/>
              </a:solidFill>
              <a:prstDash val="solid"/>
              <a:round/>
              <a:headEnd len="sm" w="sm" type="none"/>
              <a:tailEnd len="sm" w="sm" type="none"/>
            </a:ln>
          </p:spPr>
          <p:txBody>
            <a:bodyPr anchorCtr="0" anchor="t" bIns="0" lIns="91425" spcFirstLastPara="1" rIns="91425" wrap="square" tIns="91425">
              <a:noAutofit/>
            </a:bodyPr>
            <a:lstStyle/>
            <a:p>
              <a:pPr indent="0" lvl="0" marL="0" rtl="0" algn="ctr">
                <a:lnSpc>
                  <a:spcPct val="115000"/>
                </a:lnSpc>
                <a:spcBef>
                  <a:spcPts val="0"/>
                </a:spcBef>
                <a:spcAft>
                  <a:spcPts val="0"/>
                </a:spcAft>
                <a:buClr>
                  <a:schemeClr val="dk1"/>
                </a:buClr>
                <a:buSzPts val="1400"/>
                <a:buFont typeface="Arial"/>
                <a:buNone/>
              </a:pPr>
              <a:r>
                <a:rPr lang="en">
                  <a:solidFill>
                    <a:srgbClr val="3C78D8"/>
                  </a:solidFill>
                  <a:latin typeface="Calibri"/>
                  <a:ea typeface="Calibri"/>
                  <a:cs typeface="Calibri"/>
                  <a:sym typeface="Calibri"/>
                </a:rPr>
                <a:t>Image analy</a:t>
              </a:r>
              <a:r>
                <a:rPr lang="en">
                  <a:solidFill>
                    <a:srgbClr val="3C78D8"/>
                  </a:solidFill>
                  <a:latin typeface="Calibri"/>
                  <a:ea typeface="Calibri"/>
                  <a:cs typeface="Calibri"/>
                  <a:sym typeface="Calibri"/>
                </a:rPr>
                <a:t>s</a:t>
              </a:r>
              <a:r>
                <a:rPr lang="en">
                  <a:solidFill>
                    <a:srgbClr val="3C78D8"/>
                  </a:solidFill>
                  <a:latin typeface="Calibri"/>
                  <a:ea typeface="Calibri"/>
                  <a:cs typeface="Calibri"/>
                  <a:sym typeface="Calibri"/>
                </a:rPr>
                <a:t>is using Gen AI</a:t>
              </a:r>
              <a:r>
                <a:rPr lang="en" sz="1400">
                  <a:solidFill>
                    <a:srgbClr val="3C78D8"/>
                  </a:solidFill>
                  <a:latin typeface="Calibri"/>
                  <a:ea typeface="Calibri"/>
                  <a:cs typeface="Calibri"/>
                  <a:sym typeface="Calibri"/>
                </a:rPr>
                <a:t> </a:t>
              </a:r>
              <a:endParaRPr b="0" i="0" sz="1400" u="none" cap="none" strike="noStrike">
                <a:solidFill>
                  <a:srgbClr val="3C78D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3C78D8"/>
                </a:solidFill>
                <a:latin typeface="Calibri"/>
                <a:ea typeface="Calibri"/>
                <a:cs typeface="Calibri"/>
                <a:sym typeface="Calibri"/>
              </a:endParaRPr>
            </a:p>
          </p:txBody>
        </p:sp>
        <p:sp>
          <p:nvSpPr>
            <p:cNvPr id="222" name="Google Shape;222;p39"/>
            <p:cNvSpPr txBox="1"/>
            <p:nvPr/>
          </p:nvSpPr>
          <p:spPr>
            <a:xfrm>
              <a:off x="83725" y="4837400"/>
              <a:ext cx="9037800" cy="363000"/>
            </a:xfrm>
            <a:prstGeom prst="rect">
              <a:avLst/>
            </a:prstGeom>
            <a:solidFill>
              <a:schemeClr val="lt1"/>
            </a:solidFill>
            <a:ln cap="flat" cmpd="sng" w="9525">
              <a:solidFill>
                <a:srgbClr val="1C458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3C78D8"/>
                  </a:solidFill>
                </a:rPr>
                <a:t>Objects</a:t>
              </a:r>
              <a:r>
                <a:rPr lang="en" sz="1100">
                  <a:solidFill>
                    <a:srgbClr val="3C78D8"/>
                  </a:solidFill>
                </a:rPr>
                <a:t>: Person, supine person, no helmet, helmet, car, bicycle, truck, motorbike, backpack, handbag, gate open, gate closed, fork lift, crowd</a:t>
              </a:r>
              <a:endParaRPr sz="1100">
                <a:solidFill>
                  <a:srgbClr val="3C78D8"/>
                </a:solidFill>
              </a:endParaRPr>
            </a:p>
            <a:p>
              <a:pPr indent="0" lvl="0" marL="0" rtl="0" algn="l">
                <a:spcBef>
                  <a:spcPts val="0"/>
                </a:spcBef>
                <a:spcAft>
                  <a:spcPts val="0"/>
                </a:spcAft>
                <a:buNone/>
              </a:pPr>
              <a:r>
                <a:t/>
              </a:r>
              <a:endParaRPr sz="1000">
                <a:solidFill>
                  <a:srgbClr val="3C78D8"/>
                </a:solidFill>
              </a:endParaRPr>
            </a:p>
          </p:txBody>
        </p:sp>
      </p:grpSp>
      <p:sp>
        <p:nvSpPr>
          <p:cNvPr id="223" name="Google Shape;223;p39"/>
          <p:cNvSpPr txBox="1"/>
          <p:nvPr/>
        </p:nvSpPr>
        <p:spPr>
          <a:xfrm>
            <a:off x="3426575" y="2656975"/>
            <a:ext cx="2307300" cy="572700"/>
          </a:xfrm>
          <a:prstGeom prst="rect">
            <a:avLst/>
          </a:prstGeom>
          <a:solidFill>
            <a:schemeClr val="lt1"/>
          </a:solidFill>
          <a:ln cap="flat" cmpd="sng" w="9525">
            <a:solidFill>
              <a:srgbClr val="1C4587"/>
            </a:solidFill>
            <a:prstDash val="solid"/>
            <a:round/>
            <a:headEnd len="sm" w="sm" type="none"/>
            <a:tailEnd len="sm" w="sm" type="none"/>
          </a:ln>
        </p:spPr>
        <p:txBody>
          <a:bodyPr anchorCtr="0" anchor="t" bIns="0"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b="0" i="0" lang="en" sz="1400" u="none" cap="none" strike="noStrike">
                <a:solidFill>
                  <a:srgbClr val="3C78D8"/>
                </a:solidFill>
                <a:latin typeface="Calibri"/>
                <a:ea typeface="Calibri"/>
                <a:cs typeface="Calibri"/>
                <a:sym typeface="Calibri"/>
              </a:rPr>
              <a:t>Insight report generation &amp; analysis Using Gen AI</a:t>
            </a:r>
            <a:endParaRPr b="0" i="0" sz="1400" u="none" cap="none" strike="noStrike">
              <a:solidFill>
                <a:srgbClr val="3C78D8"/>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3C78D8"/>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3C78D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3C78D8"/>
              </a:solidFill>
              <a:latin typeface="Calibri"/>
              <a:ea typeface="Calibri"/>
              <a:cs typeface="Calibri"/>
              <a:sym typeface="Calibri"/>
            </a:endParaRPr>
          </a:p>
        </p:txBody>
      </p:sp>
      <p:sp>
        <p:nvSpPr>
          <p:cNvPr id="224" name="Google Shape;224;p39"/>
          <p:cNvSpPr txBox="1"/>
          <p:nvPr/>
        </p:nvSpPr>
        <p:spPr>
          <a:xfrm>
            <a:off x="40801" y="2656975"/>
            <a:ext cx="3004500" cy="572700"/>
          </a:xfrm>
          <a:prstGeom prst="rect">
            <a:avLst/>
          </a:prstGeom>
          <a:solidFill>
            <a:schemeClr val="lt1"/>
          </a:solidFill>
          <a:ln cap="flat" cmpd="sng" w="9525">
            <a:solidFill>
              <a:srgbClr val="1C4587"/>
            </a:solidFill>
            <a:prstDash val="solid"/>
            <a:round/>
            <a:headEnd len="sm" w="sm" type="none"/>
            <a:tailEnd len="sm" w="sm" type="none"/>
          </a:ln>
        </p:spPr>
        <p:txBody>
          <a:bodyPr anchorCtr="0" anchor="t" bIns="0"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lang="en" sz="1400">
                <a:solidFill>
                  <a:srgbClr val="3C78D8"/>
                </a:solidFill>
                <a:latin typeface="Calibri"/>
                <a:ea typeface="Calibri"/>
                <a:cs typeface="Calibri"/>
                <a:sym typeface="Calibri"/>
              </a:rPr>
              <a:t>Unsupervised learning based Anomaly detection</a:t>
            </a:r>
            <a:endParaRPr b="0" i="0" sz="1400" u="none" cap="none" strike="noStrike">
              <a:solidFill>
                <a:srgbClr val="3C78D8"/>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3C78D8"/>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3C78D8"/>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3C78D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3C78D8"/>
              </a:solidFill>
              <a:latin typeface="Calibri"/>
              <a:ea typeface="Calibri"/>
              <a:cs typeface="Calibri"/>
              <a:sym typeface="Calibri"/>
            </a:endParaRPr>
          </a:p>
        </p:txBody>
      </p:sp>
      <p:sp>
        <p:nvSpPr>
          <p:cNvPr id="225" name="Google Shape;225;p39"/>
          <p:cNvSpPr txBox="1"/>
          <p:nvPr/>
        </p:nvSpPr>
        <p:spPr>
          <a:xfrm>
            <a:off x="6115138" y="2656975"/>
            <a:ext cx="2862900" cy="572700"/>
          </a:xfrm>
          <a:prstGeom prst="rect">
            <a:avLst/>
          </a:prstGeom>
          <a:solidFill>
            <a:schemeClr val="lt1"/>
          </a:solidFill>
          <a:ln cap="flat" cmpd="sng" w="9525">
            <a:solidFill>
              <a:srgbClr val="1C4587"/>
            </a:solidFill>
            <a:prstDash val="solid"/>
            <a:round/>
            <a:headEnd len="sm" w="sm" type="none"/>
            <a:tailEnd len="sm" w="sm" type="none"/>
          </a:ln>
        </p:spPr>
        <p:txBody>
          <a:bodyPr anchorCtr="0" anchor="t" bIns="0" lIns="91425" spcFirstLastPara="1" rIns="91425" wrap="square" tIns="91425">
            <a:noAutofit/>
          </a:bodyPr>
          <a:lstStyle/>
          <a:p>
            <a:pPr indent="0" lvl="0" marL="0" rtl="0" algn="ctr">
              <a:lnSpc>
                <a:spcPct val="115000"/>
              </a:lnSpc>
              <a:spcBef>
                <a:spcPts val="0"/>
              </a:spcBef>
              <a:spcAft>
                <a:spcPts val="0"/>
              </a:spcAft>
              <a:buClr>
                <a:schemeClr val="dk1"/>
              </a:buClr>
              <a:buSzPts val="1400"/>
              <a:buFont typeface="Arial"/>
              <a:buNone/>
            </a:pPr>
            <a:r>
              <a:rPr lang="en" sz="1400">
                <a:solidFill>
                  <a:srgbClr val="3C78D8"/>
                </a:solidFill>
                <a:latin typeface="Calibri"/>
                <a:ea typeface="Calibri"/>
                <a:cs typeface="Calibri"/>
                <a:sym typeface="Calibri"/>
              </a:rPr>
              <a:t>Customized alert creation at fingertips </a:t>
            </a:r>
            <a:endParaRPr b="0" i="0" sz="1400" u="none" cap="none" strike="noStrike">
              <a:solidFill>
                <a:srgbClr val="3C78D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3C78D8"/>
              </a:solidFill>
              <a:latin typeface="Calibri"/>
              <a:ea typeface="Calibri"/>
              <a:cs typeface="Calibri"/>
              <a:sym typeface="Calibri"/>
            </a:endParaRPr>
          </a:p>
        </p:txBody>
      </p:sp>
      <p:pic>
        <p:nvPicPr>
          <p:cNvPr id="226" name="Google Shape;226;p39"/>
          <p:cNvPicPr preferRelativeResize="0"/>
          <p:nvPr/>
        </p:nvPicPr>
        <p:blipFill>
          <a:blip r:embed="rId4">
            <a:alphaModFix/>
          </a:blip>
          <a:stretch>
            <a:fillRect/>
          </a:stretch>
        </p:blipFill>
        <p:spPr>
          <a:xfrm>
            <a:off x="162850" y="3229676"/>
            <a:ext cx="2518813" cy="1416825"/>
          </a:xfrm>
          <a:prstGeom prst="rect">
            <a:avLst/>
          </a:prstGeom>
          <a:noFill/>
          <a:ln>
            <a:noFill/>
          </a:ln>
        </p:spPr>
      </p:pic>
      <p:pic>
        <p:nvPicPr>
          <p:cNvPr id="227" name="Google Shape;227;p39"/>
          <p:cNvPicPr preferRelativeResize="0"/>
          <p:nvPr/>
        </p:nvPicPr>
        <p:blipFill rotWithShape="1">
          <a:blip r:embed="rId5">
            <a:alphaModFix/>
          </a:blip>
          <a:srcRect b="2304" l="0" r="0" t="10746"/>
          <a:stretch/>
        </p:blipFill>
        <p:spPr>
          <a:xfrm>
            <a:off x="2976750" y="3244188"/>
            <a:ext cx="3004502" cy="1387807"/>
          </a:xfrm>
          <a:prstGeom prst="rect">
            <a:avLst/>
          </a:prstGeom>
          <a:noFill/>
          <a:ln>
            <a:noFill/>
          </a:ln>
        </p:spPr>
      </p:pic>
      <p:pic>
        <p:nvPicPr>
          <p:cNvPr id="228" name="Google Shape;228;p39"/>
          <p:cNvPicPr preferRelativeResize="0"/>
          <p:nvPr/>
        </p:nvPicPr>
        <p:blipFill rotWithShape="1">
          <a:blip r:embed="rId6">
            <a:alphaModFix/>
          </a:blip>
          <a:srcRect b="11903" l="12950" r="13260" t="14208"/>
          <a:stretch/>
        </p:blipFill>
        <p:spPr>
          <a:xfrm>
            <a:off x="6115150" y="3229675"/>
            <a:ext cx="2809750" cy="141682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ph type="title"/>
          </p:nvPr>
        </p:nvSpPr>
        <p:spPr>
          <a:xfrm>
            <a:off x="105418" y="0"/>
            <a:ext cx="8229300" cy="85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2600"/>
              <a:buFont typeface="Arial"/>
              <a:buNone/>
            </a:pPr>
            <a:r>
              <a:rPr lang="en" sz="2600">
                <a:solidFill>
                  <a:srgbClr val="1155CC"/>
                </a:solidFill>
              </a:rPr>
              <a:t>AKSHA : Live recording and processing of the data</a:t>
            </a:r>
            <a:r>
              <a:rPr lang="en" sz="2600"/>
              <a:t> </a:t>
            </a:r>
            <a:endParaRPr sz="2600"/>
          </a:p>
        </p:txBody>
      </p:sp>
      <p:sp>
        <p:nvSpPr>
          <p:cNvPr id="234" name="Google Shape;234;p40"/>
          <p:cNvSpPr txBox="1"/>
          <p:nvPr/>
        </p:nvSpPr>
        <p:spPr>
          <a:xfrm>
            <a:off x="105418" y="4674116"/>
            <a:ext cx="9038400" cy="2847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Live view of AKSHA implementation at one of our client’s manufacturing factory outlet</a:t>
            </a:r>
            <a:endParaRPr b="1" i="0" sz="1400" u="none" cap="none" strike="noStrike">
              <a:solidFill>
                <a:schemeClr val="dk1"/>
              </a:solidFill>
              <a:latin typeface="Arial"/>
              <a:ea typeface="Arial"/>
              <a:cs typeface="Arial"/>
              <a:sym typeface="Arial"/>
            </a:endParaRPr>
          </a:p>
        </p:txBody>
      </p:sp>
      <p:pic>
        <p:nvPicPr>
          <p:cNvPr id="235" name="Google Shape;235;p40"/>
          <p:cNvPicPr preferRelativeResize="0"/>
          <p:nvPr/>
        </p:nvPicPr>
        <p:blipFill rotWithShape="1">
          <a:blip r:embed="rId3">
            <a:alphaModFix/>
          </a:blip>
          <a:srcRect b="-4903" l="13149" r="-4909" t="16227"/>
          <a:stretch/>
        </p:blipFill>
        <p:spPr>
          <a:xfrm>
            <a:off x="4667231" y="1261856"/>
            <a:ext cx="4476768" cy="2550301"/>
          </a:xfrm>
          <a:prstGeom prst="rect">
            <a:avLst/>
          </a:prstGeom>
          <a:noFill/>
          <a:ln>
            <a:noFill/>
          </a:ln>
        </p:spPr>
      </p:pic>
      <p:pic>
        <p:nvPicPr>
          <p:cNvPr id="236" name="Google Shape;236;p40" title="live-spotlight-screenrec.mp4">
            <a:hlinkClick r:id="rId4"/>
          </p:cNvPr>
          <p:cNvPicPr preferRelativeResize="0"/>
          <p:nvPr/>
        </p:nvPicPr>
        <p:blipFill>
          <a:blip r:embed="rId5">
            <a:alphaModFix/>
          </a:blip>
          <a:stretch>
            <a:fillRect/>
          </a:stretch>
        </p:blipFill>
        <p:spPr>
          <a:xfrm>
            <a:off x="136069" y="1288641"/>
            <a:ext cx="4438632" cy="24967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1"/>
          <p:cNvSpPr txBox="1"/>
          <p:nvPr>
            <p:ph type="title"/>
          </p:nvPr>
        </p:nvSpPr>
        <p:spPr>
          <a:xfrm>
            <a:off x="114209" y="0"/>
            <a:ext cx="8229300" cy="7269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2600"/>
              <a:buFont typeface="Arial"/>
              <a:buNone/>
            </a:pPr>
            <a:r>
              <a:rPr lang="en" sz="2600">
                <a:solidFill>
                  <a:srgbClr val="1155CC"/>
                </a:solidFill>
              </a:rPr>
              <a:t>AKSHA : Anomalies and Object Detection</a:t>
            </a:r>
            <a:endParaRPr sz="2600">
              <a:solidFill>
                <a:srgbClr val="1155CC"/>
              </a:solidFill>
            </a:endParaRPr>
          </a:p>
        </p:txBody>
      </p:sp>
      <p:sp>
        <p:nvSpPr>
          <p:cNvPr id="242" name="Google Shape;242;p41"/>
          <p:cNvSpPr/>
          <p:nvPr/>
        </p:nvSpPr>
        <p:spPr>
          <a:xfrm>
            <a:off x="55949" y="4749858"/>
            <a:ext cx="3886200" cy="276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Anomalies (Unusual Situation)</a:t>
            </a:r>
            <a:endParaRPr b="0" i="0" sz="1400" u="none" cap="none" strike="noStrike">
              <a:solidFill>
                <a:schemeClr val="dk1"/>
              </a:solidFill>
              <a:latin typeface="Arial"/>
              <a:ea typeface="Arial"/>
              <a:cs typeface="Arial"/>
              <a:sym typeface="Arial"/>
            </a:endParaRPr>
          </a:p>
        </p:txBody>
      </p:sp>
      <p:sp>
        <p:nvSpPr>
          <p:cNvPr id="243" name="Google Shape;243;p41"/>
          <p:cNvSpPr/>
          <p:nvPr/>
        </p:nvSpPr>
        <p:spPr>
          <a:xfrm>
            <a:off x="4196571" y="4732356"/>
            <a:ext cx="4507800" cy="276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Object Detection</a:t>
            </a:r>
            <a:endParaRPr b="0" i="0" sz="1400" u="none" cap="none" strike="noStrike">
              <a:solidFill>
                <a:schemeClr val="dk1"/>
              </a:solidFill>
              <a:latin typeface="Arial"/>
              <a:ea typeface="Arial"/>
              <a:cs typeface="Arial"/>
              <a:sym typeface="Arial"/>
            </a:endParaRPr>
          </a:p>
        </p:txBody>
      </p:sp>
      <p:pic>
        <p:nvPicPr>
          <p:cNvPr id="244" name="Google Shape;244;p41"/>
          <p:cNvPicPr preferRelativeResize="0"/>
          <p:nvPr/>
        </p:nvPicPr>
        <p:blipFill rotWithShape="1">
          <a:blip r:embed="rId3">
            <a:alphaModFix/>
          </a:blip>
          <a:srcRect b="0" l="0" r="0" t="0"/>
          <a:stretch/>
        </p:blipFill>
        <p:spPr>
          <a:xfrm>
            <a:off x="0" y="2971787"/>
            <a:ext cx="2687250" cy="1511593"/>
          </a:xfrm>
          <a:prstGeom prst="rect">
            <a:avLst/>
          </a:prstGeom>
          <a:noFill/>
          <a:ln>
            <a:noFill/>
          </a:ln>
        </p:spPr>
      </p:pic>
      <p:pic>
        <p:nvPicPr>
          <p:cNvPr id="245" name="Google Shape;245;p41"/>
          <p:cNvPicPr preferRelativeResize="0"/>
          <p:nvPr/>
        </p:nvPicPr>
        <p:blipFill rotWithShape="1">
          <a:blip r:embed="rId4">
            <a:alphaModFix/>
          </a:blip>
          <a:srcRect b="0" l="0" r="0" t="0"/>
          <a:stretch/>
        </p:blipFill>
        <p:spPr>
          <a:xfrm>
            <a:off x="2795249" y="2971785"/>
            <a:ext cx="1828800" cy="1828800"/>
          </a:xfrm>
          <a:prstGeom prst="rect">
            <a:avLst/>
          </a:prstGeom>
          <a:noFill/>
          <a:ln>
            <a:noFill/>
          </a:ln>
        </p:spPr>
      </p:pic>
      <p:pic>
        <p:nvPicPr>
          <p:cNvPr id="246" name="Google Shape;246;p41"/>
          <p:cNvPicPr preferRelativeResize="0"/>
          <p:nvPr/>
        </p:nvPicPr>
        <p:blipFill>
          <a:blip r:embed="rId5">
            <a:alphaModFix/>
          </a:blip>
          <a:stretch>
            <a:fillRect/>
          </a:stretch>
        </p:blipFill>
        <p:spPr>
          <a:xfrm>
            <a:off x="246775" y="611550"/>
            <a:ext cx="3886200" cy="2185970"/>
          </a:xfrm>
          <a:prstGeom prst="rect">
            <a:avLst/>
          </a:prstGeom>
          <a:noFill/>
          <a:ln>
            <a:noFill/>
          </a:ln>
        </p:spPr>
      </p:pic>
      <p:pic>
        <p:nvPicPr>
          <p:cNvPr id="247" name="Google Shape;247;p41"/>
          <p:cNvPicPr preferRelativeResize="0"/>
          <p:nvPr/>
        </p:nvPicPr>
        <p:blipFill>
          <a:blip r:embed="rId6">
            <a:alphaModFix/>
          </a:blip>
          <a:stretch>
            <a:fillRect/>
          </a:stretch>
        </p:blipFill>
        <p:spPr>
          <a:xfrm>
            <a:off x="4835262" y="611550"/>
            <a:ext cx="3875921" cy="1973000"/>
          </a:xfrm>
          <a:prstGeom prst="rect">
            <a:avLst/>
          </a:prstGeom>
          <a:noFill/>
          <a:ln>
            <a:noFill/>
          </a:ln>
        </p:spPr>
      </p:pic>
      <p:pic>
        <p:nvPicPr>
          <p:cNvPr id="248" name="Google Shape;248;p41"/>
          <p:cNvPicPr preferRelativeResize="0"/>
          <p:nvPr/>
        </p:nvPicPr>
        <p:blipFill>
          <a:blip r:embed="rId7">
            <a:alphaModFix/>
          </a:blip>
          <a:stretch>
            <a:fillRect/>
          </a:stretch>
        </p:blipFill>
        <p:spPr>
          <a:xfrm>
            <a:off x="4776450" y="2736950"/>
            <a:ext cx="3993560" cy="1973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2"/>
          <p:cNvSpPr txBox="1"/>
          <p:nvPr>
            <p:ph type="title"/>
          </p:nvPr>
        </p:nvSpPr>
        <p:spPr>
          <a:xfrm>
            <a:off x="342833" y="153900"/>
            <a:ext cx="6171900" cy="64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2400">
                <a:solidFill>
                  <a:srgbClr val="1155CC"/>
                </a:solidFill>
              </a:rPr>
              <a:t>Recent Alert and Alert report</a:t>
            </a:r>
            <a:endParaRPr sz="2400">
              <a:solidFill>
                <a:srgbClr val="1155CC"/>
              </a:solidFill>
            </a:endParaRPr>
          </a:p>
        </p:txBody>
      </p:sp>
      <p:pic>
        <p:nvPicPr>
          <p:cNvPr id="255" name="Google Shape;255;p42"/>
          <p:cNvPicPr preferRelativeResize="0"/>
          <p:nvPr/>
        </p:nvPicPr>
        <p:blipFill>
          <a:blip r:embed="rId3">
            <a:alphaModFix/>
          </a:blip>
          <a:stretch>
            <a:fillRect/>
          </a:stretch>
        </p:blipFill>
        <p:spPr>
          <a:xfrm>
            <a:off x="4497470" y="1122496"/>
            <a:ext cx="4646531" cy="2898508"/>
          </a:xfrm>
          <a:prstGeom prst="rect">
            <a:avLst/>
          </a:prstGeom>
          <a:noFill/>
          <a:ln>
            <a:noFill/>
          </a:ln>
        </p:spPr>
      </p:pic>
      <p:pic>
        <p:nvPicPr>
          <p:cNvPr id="256" name="Google Shape;256;p42"/>
          <p:cNvPicPr preferRelativeResize="0"/>
          <p:nvPr/>
        </p:nvPicPr>
        <p:blipFill rotWithShape="1">
          <a:blip r:embed="rId4">
            <a:alphaModFix/>
          </a:blip>
          <a:srcRect b="0" l="5087" r="0" t="7663"/>
          <a:stretch/>
        </p:blipFill>
        <p:spPr>
          <a:xfrm>
            <a:off x="0" y="1178982"/>
            <a:ext cx="4497470" cy="245995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txBox="1"/>
          <p:nvPr>
            <p:ph type="title"/>
          </p:nvPr>
        </p:nvSpPr>
        <p:spPr>
          <a:xfrm>
            <a:off x="457110" y="205200"/>
            <a:ext cx="8229300" cy="8586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 sz="2400">
                <a:solidFill>
                  <a:srgbClr val="1155CC"/>
                </a:solidFill>
              </a:rPr>
              <a:t>Image Analysis Using GenAI</a:t>
            </a:r>
            <a:endParaRPr sz="2000">
              <a:solidFill>
                <a:srgbClr val="1155CC"/>
              </a:solidFill>
            </a:endParaRPr>
          </a:p>
          <a:p>
            <a:pPr indent="0" lvl="0" marL="0" rtl="0" algn="l">
              <a:spcBef>
                <a:spcPts val="0"/>
              </a:spcBef>
              <a:spcAft>
                <a:spcPts val="0"/>
              </a:spcAft>
              <a:buNone/>
            </a:pPr>
            <a:r>
              <a:t/>
            </a:r>
            <a:endParaRPr/>
          </a:p>
        </p:txBody>
      </p:sp>
      <p:grpSp>
        <p:nvGrpSpPr>
          <p:cNvPr id="262" name="Google Shape;262;p43"/>
          <p:cNvGrpSpPr/>
          <p:nvPr/>
        </p:nvGrpSpPr>
        <p:grpSpPr>
          <a:xfrm>
            <a:off x="4909380" y="112487"/>
            <a:ext cx="1347799" cy="437019"/>
            <a:chOff x="5145675" y="17275"/>
            <a:chExt cx="1562123" cy="627450"/>
          </a:xfrm>
        </p:grpSpPr>
        <p:pic>
          <p:nvPicPr>
            <p:cNvPr id="263" name="Google Shape;263;p43"/>
            <p:cNvPicPr preferRelativeResize="0"/>
            <p:nvPr/>
          </p:nvPicPr>
          <p:blipFill>
            <a:blip r:embed="rId3">
              <a:alphaModFix/>
            </a:blip>
            <a:stretch>
              <a:fillRect/>
            </a:stretch>
          </p:blipFill>
          <p:spPr>
            <a:xfrm>
              <a:off x="6142695" y="44650"/>
              <a:ext cx="565103" cy="572700"/>
            </a:xfrm>
            <a:prstGeom prst="rect">
              <a:avLst/>
            </a:prstGeom>
            <a:noFill/>
            <a:ln>
              <a:noFill/>
            </a:ln>
          </p:spPr>
        </p:pic>
        <p:pic>
          <p:nvPicPr>
            <p:cNvPr id="264" name="Google Shape;264;p43"/>
            <p:cNvPicPr preferRelativeResize="0"/>
            <p:nvPr/>
          </p:nvPicPr>
          <p:blipFill>
            <a:blip r:embed="rId4">
              <a:alphaModFix/>
            </a:blip>
            <a:stretch>
              <a:fillRect/>
            </a:stretch>
          </p:blipFill>
          <p:spPr>
            <a:xfrm>
              <a:off x="5145675" y="17275"/>
              <a:ext cx="690500" cy="627450"/>
            </a:xfrm>
            <a:prstGeom prst="rect">
              <a:avLst/>
            </a:prstGeom>
            <a:noFill/>
            <a:ln>
              <a:noFill/>
            </a:ln>
          </p:spPr>
        </p:pic>
        <p:sp>
          <p:nvSpPr>
            <p:cNvPr id="265" name="Google Shape;265;p43"/>
            <p:cNvSpPr/>
            <p:nvPr/>
          </p:nvSpPr>
          <p:spPr>
            <a:xfrm>
              <a:off x="5877025" y="181175"/>
              <a:ext cx="218400" cy="2517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pic>
        <p:nvPicPr>
          <p:cNvPr id="266" name="Google Shape;266;p43"/>
          <p:cNvPicPr preferRelativeResize="0"/>
          <p:nvPr/>
        </p:nvPicPr>
        <p:blipFill rotWithShape="1">
          <a:blip r:embed="rId5">
            <a:alphaModFix/>
          </a:blip>
          <a:srcRect b="9214" l="14971" r="9144" t="7701"/>
          <a:stretch/>
        </p:blipFill>
        <p:spPr>
          <a:xfrm>
            <a:off x="1032688" y="1186450"/>
            <a:ext cx="7078624" cy="3413399"/>
          </a:xfrm>
          <a:prstGeom prst="rect">
            <a:avLst/>
          </a:prstGeom>
          <a:noFill/>
          <a:ln>
            <a:noFill/>
          </a:ln>
        </p:spPr>
      </p:pic>
      <p:sp>
        <p:nvSpPr>
          <p:cNvPr id="267" name="Google Shape;267;p43"/>
          <p:cNvSpPr txBox="1"/>
          <p:nvPr/>
        </p:nvSpPr>
        <p:spPr>
          <a:xfrm>
            <a:off x="335825" y="592125"/>
            <a:ext cx="8166000" cy="78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To allow the user to ask any questions about the chosen image, a "User prompt" has been added to the "Investigate" tab.</a:t>
            </a:r>
            <a:endParaRPr>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4"/>
          <p:cNvSpPr txBox="1"/>
          <p:nvPr>
            <p:ph type="title"/>
          </p:nvPr>
        </p:nvSpPr>
        <p:spPr>
          <a:xfrm>
            <a:off x="305991" y="100660"/>
            <a:ext cx="8532000" cy="30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2400">
                <a:solidFill>
                  <a:srgbClr val="1155CC"/>
                </a:solidFill>
              </a:rPr>
              <a:t>Contd..</a:t>
            </a:r>
            <a:endParaRPr sz="2400">
              <a:solidFill>
                <a:srgbClr val="1155CC"/>
              </a:solidFill>
            </a:endParaRPr>
          </a:p>
        </p:txBody>
      </p:sp>
      <p:pic>
        <p:nvPicPr>
          <p:cNvPr id="273" name="Google Shape;273;p44"/>
          <p:cNvPicPr preferRelativeResize="0"/>
          <p:nvPr/>
        </p:nvPicPr>
        <p:blipFill rotWithShape="1">
          <a:blip r:embed="rId3">
            <a:alphaModFix/>
          </a:blip>
          <a:srcRect b="11304" l="13534" r="14703" t="10892"/>
          <a:stretch/>
        </p:blipFill>
        <p:spPr>
          <a:xfrm>
            <a:off x="306000" y="519123"/>
            <a:ext cx="8354874" cy="4230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5"/>
          <p:cNvSpPr txBox="1"/>
          <p:nvPr>
            <p:ph type="title"/>
          </p:nvPr>
        </p:nvSpPr>
        <p:spPr>
          <a:xfrm>
            <a:off x="213200" y="992500"/>
            <a:ext cx="3291000" cy="908100"/>
          </a:xfrm>
          <a:prstGeom prst="rect">
            <a:avLst/>
          </a:prstGeom>
        </p:spPr>
        <p:txBody>
          <a:bodyPr anchorCtr="0" anchor="ctr" bIns="0" lIns="0" spcFirstLastPara="1" rIns="0" wrap="square" tIns="0">
            <a:noAutofit/>
          </a:bodyPr>
          <a:lstStyle/>
          <a:p>
            <a:pPr indent="0" lvl="0" marL="0" rtl="0" algn="l">
              <a:spcBef>
                <a:spcPts val="0"/>
              </a:spcBef>
              <a:spcAft>
                <a:spcPts val="0"/>
              </a:spcAft>
              <a:buSzPts val="990"/>
              <a:buNone/>
            </a:pPr>
            <a:r>
              <a:rPr lang="en" sz="1400"/>
              <a:t>Customization and analysis of alert report content to identify trends and identify turning points. </a:t>
            </a:r>
            <a:endParaRPr sz="1400"/>
          </a:p>
        </p:txBody>
      </p:sp>
      <p:sp>
        <p:nvSpPr>
          <p:cNvPr id="279" name="Google Shape;279;p45"/>
          <p:cNvSpPr txBox="1"/>
          <p:nvPr>
            <p:ph idx="4294967295" type="body"/>
          </p:nvPr>
        </p:nvSpPr>
        <p:spPr>
          <a:xfrm>
            <a:off x="213191" y="55163"/>
            <a:ext cx="8531400" cy="486600"/>
          </a:xfrm>
          <a:prstGeom prst="rect">
            <a:avLst/>
          </a:prstGeom>
        </p:spPr>
        <p:txBody>
          <a:bodyPr anchorCtr="0" anchor="t" bIns="0" lIns="0" spcFirstLastPara="1" rIns="0" wrap="square" tIns="0">
            <a:noAutofit/>
          </a:bodyPr>
          <a:lstStyle/>
          <a:p>
            <a:pPr indent="0" lvl="0" marL="0" rtl="0" algn="l">
              <a:spcBef>
                <a:spcPts val="800"/>
              </a:spcBef>
              <a:spcAft>
                <a:spcPts val="0"/>
              </a:spcAft>
              <a:buSzPts val="1018"/>
              <a:buNone/>
            </a:pPr>
            <a:r>
              <a:rPr lang="en" sz="2320">
                <a:solidFill>
                  <a:srgbClr val="1155CC"/>
                </a:solidFill>
              </a:rPr>
              <a:t>Using Gen AI for alert report content customization and analysis</a:t>
            </a:r>
            <a:endParaRPr sz="2320">
              <a:solidFill>
                <a:srgbClr val="1155CC"/>
              </a:solidFill>
            </a:endParaRPr>
          </a:p>
        </p:txBody>
      </p:sp>
      <p:pic>
        <p:nvPicPr>
          <p:cNvPr id="280" name="Google Shape;280;p45"/>
          <p:cNvPicPr preferRelativeResize="0"/>
          <p:nvPr/>
        </p:nvPicPr>
        <p:blipFill rotWithShape="1">
          <a:blip r:embed="rId3">
            <a:alphaModFix/>
          </a:blip>
          <a:srcRect b="0" l="0" r="0" t="19061"/>
          <a:stretch/>
        </p:blipFill>
        <p:spPr>
          <a:xfrm>
            <a:off x="3815025" y="2806475"/>
            <a:ext cx="5180650" cy="1906300"/>
          </a:xfrm>
          <a:prstGeom prst="rect">
            <a:avLst/>
          </a:prstGeom>
          <a:noFill/>
          <a:ln>
            <a:noFill/>
          </a:ln>
        </p:spPr>
      </p:pic>
      <p:pic>
        <p:nvPicPr>
          <p:cNvPr id="281" name="Google Shape;281;p45"/>
          <p:cNvPicPr preferRelativeResize="0"/>
          <p:nvPr/>
        </p:nvPicPr>
        <p:blipFill>
          <a:blip r:embed="rId4">
            <a:alphaModFix/>
          </a:blip>
          <a:stretch>
            <a:fillRect/>
          </a:stretch>
        </p:blipFill>
        <p:spPr>
          <a:xfrm>
            <a:off x="3815019" y="450725"/>
            <a:ext cx="5180658" cy="2222625"/>
          </a:xfrm>
          <a:prstGeom prst="rect">
            <a:avLst/>
          </a:prstGeom>
          <a:noFill/>
          <a:ln>
            <a:noFill/>
          </a:ln>
        </p:spPr>
      </p:pic>
      <p:sp>
        <p:nvSpPr>
          <p:cNvPr id="282" name="Google Shape;282;p45"/>
          <p:cNvSpPr txBox="1"/>
          <p:nvPr/>
        </p:nvSpPr>
        <p:spPr>
          <a:xfrm>
            <a:off x="213200" y="2192225"/>
            <a:ext cx="3000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This feature will produce an extremely perceptive synopsis.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The admin's workload will undoubtedly be lessened.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6"/>
          <p:cNvSpPr txBox="1"/>
          <p:nvPr/>
        </p:nvSpPr>
        <p:spPr>
          <a:xfrm>
            <a:off x="0" y="223950"/>
            <a:ext cx="2190300" cy="517500"/>
          </a:xfrm>
          <a:prstGeom prst="rect">
            <a:avLst/>
          </a:prstGeom>
          <a:noFill/>
          <a:ln>
            <a:noFill/>
          </a:ln>
        </p:spPr>
        <p:txBody>
          <a:bodyPr anchorCtr="0" anchor="t" bIns="0" lIns="91425" spcFirstLastPara="1" rIns="91425" wrap="square" tIns="91425">
            <a:noAutofit/>
          </a:bodyPr>
          <a:lstStyle/>
          <a:p>
            <a:pPr indent="0" lvl="0" marL="0" marR="0" rtl="0" algn="ctr">
              <a:lnSpc>
                <a:spcPct val="115000"/>
              </a:lnSpc>
              <a:spcBef>
                <a:spcPts val="0"/>
              </a:spcBef>
              <a:spcAft>
                <a:spcPts val="0"/>
              </a:spcAft>
              <a:buClr>
                <a:srgbClr val="000000"/>
              </a:buClr>
              <a:buSzPts val="1600"/>
              <a:buFont typeface="Arial"/>
              <a:buNone/>
            </a:pPr>
            <a:r>
              <a:rPr b="0" i="0" lang="en" sz="2400" u="none" cap="none" strike="noStrike">
                <a:solidFill>
                  <a:srgbClr val="1155CC"/>
                </a:solidFill>
                <a:latin typeface="Calibri"/>
                <a:ea typeface="Calibri"/>
                <a:cs typeface="Calibri"/>
                <a:sym typeface="Calibri"/>
              </a:rPr>
              <a:t>Activity Tracker</a:t>
            </a:r>
            <a:endParaRPr b="0" i="0" sz="2400" u="none" cap="none" strike="noStrike">
              <a:solidFill>
                <a:srgbClr val="1155CC"/>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4472C4"/>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4472C4"/>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472C4"/>
              </a:solidFill>
              <a:latin typeface="Calibri"/>
              <a:ea typeface="Calibri"/>
              <a:cs typeface="Calibri"/>
              <a:sym typeface="Calibri"/>
            </a:endParaRPr>
          </a:p>
        </p:txBody>
      </p:sp>
      <p:sp>
        <p:nvSpPr>
          <p:cNvPr id="288" name="Google Shape;288;p46"/>
          <p:cNvSpPr txBox="1"/>
          <p:nvPr/>
        </p:nvSpPr>
        <p:spPr>
          <a:xfrm>
            <a:off x="6090675" y="47420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0" i="0" lang="en" sz="900" u="none" cap="none" strike="noStrike">
                <a:solidFill>
                  <a:srgbClr val="FFFFFF"/>
                </a:solidFill>
                <a:latin typeface="Calibri"/>
                <a:ea typeface="Calibri"/>
                <a:cs typeface="Calibri"/>
                <a:sym typeface="Calibri"/>
              </a:rPr>
              <a:t>‹#›</a:t>
            </a:fld>
            <a:endParaRPr b="0" i="0" sz="900" u="none" cap="none" strike="noStrike">
              <a:solidFill>
                <a:srgbClr val="FFFFFF"/>
              </a:solidFill>
              <a:latin typeface="Calibri"/>
              <a:ea typeface="Calibri"/>
              <a:cs typeface="Calibri"/>
              <a:sym typeface="Calibri"/>
            </a:endParaRPr>
          </a:p>
        </p:txBody>
      </p:sp>
      <p:pic>
        <p:nvPicPr>
          <p:cNvPr id="289" name="Google Shape;289;p46" title="heatmapvid_301.avi">
            <a:hlinkClick r:id="rId3"/>
          </p:cNvPr>
          <p:cNvPicPr preferRelativeResize="0"/>
          <p:nvPr/>
        </p:nvPicPr>
        <p:blipFill>
          <a:blip r:embed="rId4">
            <a:alphaModFix/>
          </a:blip>
          <a:stretch>
            <a:fillRect/>
          </a:stretch>
        </p:blipFill>
        <p:spPr>
          <a:xfrm>
            <a:off x="2190350" y="65450"/>
            <a:ext cx="6643525" cy="4614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1000"/>
                                        <p:tgtEl>
                                          <p:spTgt spid="2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7"/>
          <p:cNvSpPr txBox="1"/>
          <p:nvPr>
            <p:ph type="title"/>
          </p:nvPr>
        </p:nvSpPr>
        <p:spPr>
          <a:xfrm>
            <a:off x="155818" y="-79828"/>
            <a:ext cx="8229300" cy="85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2600"/>
              <a:buFont typeface="Arial"/>
              <a:buNone/>
            </a:pPr>
            <a:r>
              <a:rPr lang="en" sz="2600">
                <a:solidFill>
                  <a:srgbClr val="1155CC"/>
                </a:solidFill>
              </a:rPr>
              <a:t>AKSHA : Customizable Alerts</a:t>
            </a:r>
            <a:endParaRPr sz="2600">
              <a:solidFill>
                <a:srgbClr val="1155CC"/>
              </a:solidFill>
            </a:endParaRPr>
          </a:p>
        </p:txBody>
      </p:sp>
      <p:pic>
        <p:nvPicPr>
          <p:cNvPr id="295" name="Google Shape;295;p47" title="myalert-screenrec.mp4">
            <a:hlinkClick r:id="rId3"/>
          </p:cNvPr>
          <p:cNvPicPr preferRelativeResize="0"/>
          <p:nvPr/>
        </p:nvPicPr>
        <p:blipFill>
          <a:blip r:embed="rId4">
            <a:alphaModFix/>
          </a:blip>
          <a:stretch>
            <a:fillRect/>
          </a:stretch>
        </p:blipFill>
        <p:spPr>
          <a:xfrm>
            <a:off x="578756" y="612656"/>
            <a:ext cx="7890336" cy="44383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1000"/>
                                        <p:tgtEl>
                                          <p:spTgt spid="2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8"/>
          <p:cNvSpPr txBox="1"/>
          <p:nvPr>
            <p:ph type="title"/>
          </p:nvPr>
        </p:nvSpPr>
        <p:spPr>
          <a:xfrm>
            <a:off x="204475" y="191650"/>
            <a:ext cx="8520600" cy="572700"/>
          </a:xfrm>
          <a:prstGeom prst="rect">
            <a:avLst/>
          </a:prstGeom>
          <a:noFill/>
          <a:ln>
            <a:noFill/>
          </a:ln>
        </p:spPr>
        <p:txBody>
          <a:bodyPr anchorCtr="0" anchor="t" bIns="68575" lIns="68575" spcFirstLastPara="1" rIns="68575" wrap="square" tIns="68575">
            <a:normAutofit/>
          </a:bodyPr>
          <a:lstStyle/>
          <a:p>
            <a:pPr indent="0" lvl="0" marL="0" rtl="0" algn="l">
              <a:lnSpc>
                <a:spcPct val="90000"/>
              </a:lnSpc>
              <a:spcBef>
                <a:spcPts val="0"/>
              </a:spcBef>
              <a:spcAft>
                <a:spcPts val="0"/>
              </a:spcAft>
              <a:buSzPts val="2100"/>
              <a:buNone/>
            </a:pPr>
            <a:r>
              <a:rPr lang="en" sz="2400">
                <a:solidFill>
                  <a:srgbClr val="1155CC"/>
                </a:solidFill>
              </a:rPr>
              <a:t>AlgoAnalytics and NDIL collaboration</a:t>
            </a:r>
            <a:r>
              <a:rPr b="1" lang="en" sz="2300"/>
              <a:t> </a:t>
            </a:r>
            <a:endParaRPr b="1" sz="2300"/>
          </a:p>
        </p:txBody>
      </p:sp>
      <p:sp>
        <p:nvSpPr>
          <p:cNvPr id="301" name="Google Shape;301;p48"/>
          <p:cNvSpPr txBox="1"/>
          <p:nvPr>
            <p:ph idx="1" type="body"/>
          </p:nvPr>
        </p:nvSpPr>
        <p:spPr>
          <a:xfrm>
            <a:off x="97225" y="861475"/>
            <a:ext cx="8735100" cy="1177800"/>
          </a:xfrm>
          <a:prstGeom prst="rect">
            <a:avLst/>
          </a:prstGeom>
          <a:noFill/>
          <a:ln>
            <a:noFill/>
          </a:ln>
        </p:spPr>
        <p:txBody>
          <a:bodyPr anchorCtr="0" anchor="t" bIns="68575" lIns="68575" spcFirstLastPara="1" rIns="68575" wrap="square" tIns="68575">
            <a:normAutofit/>
          </a:bodyPr>
          <a:lstStyle/>
          <a:p>
            <a:pPr indent="0" lvl="0" marL="0" rtl="0" algn="l">
              <a:lnSpc>
                <a:spcPct val="115000"/>
              </a:lnSpc>
              <a:spcBef>
                <a:spcPts val="0"/>
              </a:spcBef>
              <a:spcAft>
                <a:spcPts val="0"/>
              </a:spcAft>
              <a:buSzPts val="1400"/>
              <a:buNone/>
            </a:pPr>
            <a:r>
              <a:rPr lang="en" sz="1500">
                <a:solidFill>
                  <a:schemeClr val="dk1"/>
                </a:solidFill>
              </a:rPr>
              <a:t>AlgoAnalytics customized “</a:t>
            </a:r>
            <a:r>
              <a:rPr b="1" lang="en" sz="1500">
                <a:solidFill>
                  <a:schemeClr val="dk1"/>
                </a:solidFill>
              </a:rPr>
              <a:t>Aksha for workers safety”</a:t>
            </a:r>
            <a:r>
              <a:rPr lang="en" sz="1500">
                <a:solidFill>
                  <a:schemeClr val="dk1"/>
                </a:solidFill>
              </a:rPr>
              <a:t> in collaboration with NDIL. This customized new Aksha version runs on “Edge + Cloud”.</a:t>
            </a:r>
            <a:endParaRPr sz="1500">
              <a:solidFill>
                <a:schemeClr val="dk1"/>
              </a:solidFill>
            </a:endParaRPr>
          </a:p>
          <a:p>
            <a:pPr indent="0" lvl="0" marL="0" rtl="0" algn="l">
              <a:lnSpc>
                <a:spcPct val="115000"/>
              </a:lnSpc>
              <a:spcBef>
                <a:spcPts val="0"/>
              </a:spcBef>
              <a:spcAft>
                <a:spcPts val="0"/>
              </a:spcAft>
              <a:buSzPts val="1400"/>
              <a:buNone/>
            </a:pPr>
            <a:r>
              <a:rPr lang="en" sz="1500"/>
              <a:t>Three stages of Aksha customization with NDIL have been successfully finished by AlgoAnalytics; in Phase III, we added Gen AI to enhance Aksha features.</a:t>
            </a:r>
            <a:endParaRPr sz="1500">
              <a:solidFill>
                <a:schemeClr val="dk1"/>
              </a:solidFill>
            </a:endParaRPr>
          </a:p>
        </p:txBody>
      </p:sp>
      <p:grpSp>
        <p:nvGrpSpPr>
          <p:cNvPr id="302" name="Google Shape;302;p48"/>
          <p:cNvGrpSpPr/>
          <p:nvPr/>
        </p:nvGrpSpPr>
        <p:grpSpPr>
          <a:xfrm>
            <a:off x="312650" y="2239675"/>
            <a:ext cx="2280000" cy="2249075"/>
            <a:chOff x="312650" y="2239675"/>
            <a:chExt cx="2280000" cy="2249075"/>
          </a:xfrm>
        </p:grpSpPr>
        <p:sp>
          <p:nvSpPr>
            <p:cNvPr id="303" name="Google Shape;303;p48"/>
            <p:cNvSpPr/>
            <p:nvPr/>
          </p:nvSpPr>
          <p:spPr>
            <a:xfrm>
              <a:off x="312650" y="2845050"/>
              <a:ext cx="2280000" cy="1643700"/>
            </a:xfrm>
            <a:prstGeom prst="roundRect">
              <a:avLst>
                <a:gd fmla="val 16667" name="adj"/>
              </a:avLst>
            </a:prstGeom>
            <a:solidFill>
              <a:srgbClr val="CFE2F3"/>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500" u="none" cap="none" strike="noStrike">
                  <a:solidFill>
                    <a:srgbClr val="000000"/>
                  </a:solidFill>
                  <a:latin typeface="Calibri"/>
                  <a:ea typeface="Calibri"/>
                  <a:cs typeface="Calibri"/>
                  <a:sym typeface="Calibri"/>
                </a:rPr>
                <a:t>Aksha POC on Raspberry Pi 4B &amp; Interfaced two wireless cameras with </a:t>
              </a:r>
              <a:r>
                <a:rPr lang="en" sz="1500">
                  <a:latin typeface="Calibri"/>
                  <a:ea typeface="Calibri"/>
                  <a:cs typeface="Calibri"/>
                  <a:sym typeface="Calibri"/>
                </a:rPr>
                <a:t>it</a:t>
              </a:r>
              <a:r>
                <a:rPr i="0" lang="en" sz="1500" u="none" cap="none" strike="noStrike">
                  <a:solidFill>
                    <a:srgbClr val="000000"/>
                  </a:solidFill>
                  <a:latin typeface="Calibri"/>
                  <a:ea typeface="Calibri"/>
                  <a:cs typeface="Calibri"/>
                  <a:sym typeface="Calibri"/>
                </a:rPr>
                <a:t>.</a:t>
              </a:r>
              <a:endParaRPr i="0" sz="15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i="0" lang="en" sz="1500" u="none" cap="none" strike="noStrike">
                  <a:solidFill>
                    <a:srgbClr val="000000"/>
                  </a:solidFill>
                  <a:latin typeface="Calibri"/>
                  <a:ea typeface="Calibri"/>
                  <a:cs typeface="Calibri"/>
                  <a:sym typeface="Calibri"/>
                </a:rPr>
                <a:t>Architectural changes to run Backend1 on Edge and UI on Azure</a:t>
              </a:r>
              <a:endParaRPr i="0" sz="1500" u="none" cap="none" strike="noStrike">
                <a:solidFill>
                  <a:srgbClr val="000000"/>
                </a:solidFill>
                <a:latin typeface="Calibri"/>
                <a:ea typeface="Calibri"/>
                <a:cs typeface="Calibri"/>
                <a:sym typeface="Calibri"/>
              </a:endParaRPr>
            </a:p>
          </p:txBody>
        </p:sp>
        <p:sp>
          <p:nvSpPr>
            <p:cNvPr id="304" name="Google Shape;304;p48"/>
            <p:cNvSpPr/>
            <p:nvPr/>
          </p:nvSpPr>
          <p:spPr>
            <a:xfrm>
              <a:off x="458450" y="2239675"/>
              <a:ext cx="1988400" cy="501900"/>
            </a:xfrm>
            <a:prstGeom prst="roundRect">
              <a:avLst>
                <a:gd fmla="val 16667" name="adj"/>
              </a:avLst>
            </a:prstGeom>
            <a:solidFill>
              <a:schemeClr val="lt1"/>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600" u="none" cap="none" strike="noStrike">
                  <a:solidFill>
                    <a:srgbClr val="0B5394"/>
                  </a:solidFill>
                  <a:latin typeface="Calibri"/>
                  <a:ea typeface="Calibri"/>
                  <a:cs typeface="Calibri"/>
                  <a:sym typeface="Calibri"/>
                </a:rPr>
                <a:t>Aksha Phase I</a:t>
              </a:r>
              <a:endParaRPr b="1" i="0" sz="1600" u="none" cap="none" strike="noStrike">
                <a:solidFill>
                  <a:srgbClr val="0B5394"/>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b="1" i="0" lang="en" sz="1600" u="none" cap="none" strike="noStrike">
                  <a:solidFill>
                    <a:srgbClr val="0B5394"/>
                  </a:solidFill>
                  <a:latin typeface="Calibri"/>
                  <a:ea typeface="Calibri"/>
                  <a:cs typeface="Calibri"/>
                  <a:sym typeface="Calibri"/>
                </a:rPr>
                <a:t>FY23 Q4</a:t>
              </a:r>
              <a:endParaRPr b="1" i="0" sz="1600" u="none" cap="none" strike="noStrike">
                <a:solidFill>
                  <a:srgbClr val="0B5394"/>
                </a:solidFill>
                <a:latin typeface="Calibri"/>
                <a:ea typeface="Calibri"/>
                <a:cs typeface="Calibri"/>
                <a:sym typeface="Calibri"/>
              </a:endParaRPr>
            </a:p>
          </p:txBody>
        </p:sp>
      </p:grpSp>
      <p:grpSp>
        <p:nvGrpSpPr>
          <p:cNvPr id="305" name="Google Shape;305;p48"/>
          <p:cNvGrpSpPr/>
          <p:nvPr/>
        </p:nvGrpSpPr>
        <p:grpSpPr>
          <a:xfrm>
            <a:off x="3474250" y="2239663"/>
            <a:ext cx="2280000" cy="2249075"/>
            <a:chOff x="388850" y="2571750"/>
            <a:chExt cx="2280000" cy="2249075"/>
          </a:xfrm>
        </p:grpSpPr>
        <p:sp>
          <p:nvSpPr>
            <p:cNvPr id="306" name="Google Shape;306;p48"/>
            <p:cNvSpPr/>
            <p:nvPr/>
          </p:nvSpPr>
          <p:spPr>
            <a:xfrm>
              <a:off x="388850" y="3177125"/>
              <a:ext cx="2280000" cy="1643700"/>
            </a:xfrm>
            <a:prstGeom prst="roundRect">
              <a:avLst>
                <a:gd fmla="val 16667" name="adj"/>
              </a:avLst>
            </a:prstGeom>
            <a:solidFill>
              <a:srgbClr val="CFE2F3"/>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u="none" cap="none" strike="noStrike">
                  <a:solidFill>
                    <a:srgbClr val="000000"/>
                  </a:solidFill>
                  <a:latin typeface="Calibri"/>
                  <a:ea typeface="Calibri"/>
                  <a:cs typeface="Calibri"/>
                  <a:sym typeface="Calibri"/>
                </a:rPr>
                <a:t>Continuous support to NDIL team to run Aksha on Raspberry P</a:t>
              </a:r>
              <a:r>
                <a:rPr lang="en">
                  <a:latin typeface="Calibri"/>
                  <a:ea typeface="Calibri"/>
                  <a:cs typeface="Calibri"/>
                  <a:sym typeface="Calibri"/>
                </a:rPr>
                <a:t>i</a:t>
              </a:r>
              <a:r>
                <a:rPr i="0" lang="en" u="none" cap="none" strike="noStrike">
                  <a:solidFill>
                    <a:srgbClr val="000000"/>
                  </a:solidFill>
                  <a:latin typeface="Calibri"/>
                  <a:ea typeface="Calibri"/>
                  <a:cs typeface="Calibri"/>
                  <a:sym typeface="Calibri"/>
                </a:rPr>
                <a:t> 4B with both OS support Linux and SPECTRA.</a:t>
              </a:r>
              <a:r>
                <a:rPr lang="en">
                  <a:latin typeface="Calibri"/>
                  <a:ea typeface="Calibri"/>
                  <a:cs typeface="Calibri"/>
                  <a:sym typeface="Calibri"/>
                </a:rPr>
                <a:t> </a:t>
              </a:r>
              <a:r>
                <a:rPr i="0" lang="en" u="none" cap="none" strike="noStrike">
                  <a:solidFill>
                    <a:srgbClr val="000000"/>
                  </a:solidFill>
                  <a:latin typeface="Calibri"/>
                  <a:ea typeface="Calibri"/>
                  <a:cs typeface="Calibri"/>
                  <a:sym typeface="Calibri"/>
                </a:rPr>
                <a:t>Aksha code optimization to achieve better FPS and Notification</a:t>
              </a:r>
              <a:endParaRPr i="0" u="none" cap="none" strike="noStrike">
                <a:solidFill>
                  <a:srgbClr val="000000"/>
                </a:solidFill>
                <a:latin typeface="Calibri"/>
                <a:ea typeface="Calibri"/>
                <a:cs typeface="Calibri"/>
                <a:sym typeface="Calibri"/>
              </a:endParaRPr>
            </a:p>
          </p:txBody>
        </p:sp>
        <p:sp>
          <p:nvSpPr>
            <p:cNvPr id="307" name="Google Shape;307;p48"/>
            <p:cNvSpPr/>
            <p:nvPr/>
          </p:nvSpPr>
          <p:spPr>
            <a:xfrm>
              <a:off x="534650" y="2571750"/>
              <a:ext cx="1988400" cy="501900"/>
            </a:xfrm>
            <a:prstGeom prst="roundRect">
              <a:avLst>
                <a:gd fmla="val 16667" name="adj"/>
              </a:avLst>
            </a:prstGeom>
            <a:solidFill>
              <a:schemeClr val="lt1"/>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600" u="none" cap="none" strike="noStrike">
                  <a:solidFill>
                    <a:srgbClr val="0B5394"/>
                  </a:solidFill>
                  <a:latin typeface="Calibri"/>
                  <a:ea typeface="Calibri"/>
                  <a:cs typeface="Calibri"/>
                  <a:sym typeface="Calibri"/>
                </a:rPr>
                <a:t>Aksha Phase II</a:t>
              </a:r>
              <a:endParaRPr b="1" i="0" sz="1600" u="none" cap="none" strike="noStrike">
                <a:solidFill>
                  <a:srgbClr val="0B5394"/>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b="1" i="0" lang="en" sz="1600" u="none" cap="none" strike="noStrike">
                  <a:solidFill>
                    <a:srgbClr val="0B5394"/>
                  </a:solidFill>
                  <a:latin typeface="Calibri"/>
                  <a:ea typeface="Calibri"/>
                  <a:cs typeface="Calibri"/>
                  <a:sym typeface="Calibri"/>
                </a:rPr>
                <a:t>FY24 Q1</a:t>
              </a:r>
              <a:endParaRPr b="1" i="0" sz="1600" u="none" cap="none" strike="noStrike">
                <a:solidFill>
                  <a:srgbClr val="0B5394"/>
                </a:solidFill>
                <a:latin typeface="Calibri"/>
                <a:ea typeface="Calibri"/>
                <a:cs typeface="Calibri"/>
                <a:sym typeface="Calibri"/>
              </a:endParaRPr>
            </a:p>
          </p:txBody>
        </p:sp>
      </p:grpSp>
      <p:grpSp>
        <p:nvGrpSpPr>
          <p:cNvPr id="308" name="Google Shape;308;p48"/>
          <p:cNvGrpSpPr/>
          <p:nvPr/>
        </p:nvGrpSpPr>
        <p:grpSpPr>
          <a:xfrm>
            <a:off x="6410525" y="2239675"/>
            <a:ext cx="2280000" cy="2249075"/>
            <a:chOff x="388850" y="2468275"/>
            <a:chExt cx="2280000" cy="2249075"/>
          </a:xfrm>
        </p:grpSpPr>
        <p:sp>
          <p:nvSpPr>
            <p:cNvPr id="309" name="Google Shape;309;p48"/>
            <p:cNvSpPr/>
            <p:nvPr/>
          </p:nvSpPr>
          <p:spPr>
            <a:xfrm>
              <a:off x="388850" y="3073650"/>
              <a:ext cx="2280000" cy="1643700"/>
            </a:xfrm>
            <a:prstGeom prst="roundRect">
              <a:avLst>
                <a:gd fmla="val 16667" name="adj"/>
              </a:avLst>
            </a:prstGeom>
            <a:solidFill>
              <a:srgbClr val="CFE2F3"/>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500" u="none" cap="none" strike="noStrike">
                  <a:solidFill>
                    <a:srgbClr val="000000"/>
                  </a:solidFill>
                  <a:latin typeface="Calibri"/>
                  <a:ea typeface="Calibri"/>
                  <a:cs typeface="Calibri"/>
                  <a:sym typeface="Calibri"/>
                </a:rPr>
                <a:t>Enhanced Aksha features with Gen AI using Image prompt engineering. </a:t>
              </a:r>
              <a:r>
                <a:rPr lang="en" sz="1500">
                  <a:solidFill>
                    <a:schemeClr val="dk1"/>
                  </a:solidFill>
                  <a:latin typeface="Calibri"/>
                  <a:ea typeface="Calibri"/>
                  <a:cs typeface="Calibri"/>
                  <a:sym typeface="Calibri"/>
                </a:rPr>
                <a:t>Improved </a:t>
              </a:r>
              <a:r>
                <a:rPr i="0" lang="en" sz="1500" u="none" cap="none" strike="noStrike">
                  <a:solidFill>
                    <a:srgbClr val="000000"/>
                  </a:solidFill>
                  <a:latin typeface="Calibri"/>
                  <a:ea typeface="Calibri"/>
                  <a:cs typeface="Calibri"/>
                  <a:sym typeface="Calibri"/>
                </a:rPr>
                <a:t>Cloud architecture. Hardware mapping</a:t>
              </a:r>
              <a:endParaRPr i="0" sz="1500" u="none" cap="none" strike="noStrike">
                <a:solidFill>
                  <a:srgbClr val="000000"/>
                </a:solidFill>
                <a:latin typeface="Calibri"/>
                <a:ea typeface="Calibri"/>
                <a:cs typeface="Calibri"/>
                <a:sym typeface="Calibri"/>
              </a:endParaRPr>
            </a:p>
          </p:txBody>
        </p:sp>
        <p:sp>
          <p:nvSpPr>
            <p:cNvPr id="310" name="Google Shape;310;p48"/>
            <p:cNvSpPr/>
            <p:nvPr/>
          </p:nvSpPr>
          <p:spPr>
            <a:xfrm>
              <a:off x="534650" y="2468275"/>
              <a:ext cx="1988400" cy="501900"/>
            </a:xfrm>
            <a:prstGeom prst="roundRect">
              <a:avLst>
                <a:gd fmla="val 16667" name="adj"/>
              </a:avLst>
            </a:prstGeom>
            <a:solidFill>
              <a:schemeClr val="lt1"/>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600" u="none" cap="none" strike="noStrike">
                  <a:solidFill>
                    <a:srgbClr val="0B5394"/>
                  </a:solidFill>
                  <a:latin typeface="Calibri"/>
                  <a:ea typeface="Calibri"/>
                  <a:cs typeface="Calibri"/>
                  <a:sym typeface="Calibri"/>
                </a:rPr>
                <a:t>Aksha Phase III</a:t>
              </a:r>
              <a:endParaRPr b="1" i="0" sz="1600" u="none" cap="none" strike="noStrike">
                <a:solidFill>
                  <a:srgbClr val="0B5394"/>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b="1" i="0" lang="en" sz="1600" u="none" cap="none" strike="noStrike">
                  <a:solidFill>
                    <a:srgbClr val="0B5394"/>
                  </a:solidFill>
                  <a:latin typeface="Calibri"/>
                  <a:ea typeface="Calibri"/>
                  <a:cs typeface="Calibri"/>
                  <a:sym typeface="Calibri"/>
                </a:rPr>
                <a:t>FY24 Q2</a:t>
              </a:r>
              <a:endParaRPr b="1" i="0" sz="1600" u="none" cap="none" strike="noStrike">
                <a:solidFill>
                  <a:srgbClr val="0B5394"/>
                </a:solidFill>
                <a:latin typeface="Calibri"/>
                <a:ea typeface="Calibri"/>
                <a:cs typeface="Calibri"/>
                <a:sym typeface="Calibri"/>
              </a:endParaRPr>
            </a:p>
          </p:txBody>
        </p:sp>
      </p:grpSp>
      <p:sp>
        <p:nvSpPr>
          <p:cNvPr id="311" name="Google Shape;311;p48"/>
          <p:cNvSpPr/>
          <p:nvPr/>
        </p:nvSpPr>
        <p:spPr>
          <a:xfrm>
            <a:off x="2793150" y="3398100"/>
            <a:ext cx="489000" cy="360300"/>
          </a:xfrm>
          <a:prstGeom prst="rightArrow">
            <a:avLst>
              <a:gd fmla="val 50000" name="adj1"/>
              <a:gd fmla="val 50000" name="adj2"/>
            </a:avLst>
          </a:prstGeom>
          <a:solidFill>
            <a:srgbClr val="CFE2F3"/>
          </a:solidFill>
          <a:ln cap="flat" cmpd="sng" w="9525">
            <a:solidFill>
              <a:srgbClr val="467D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12" name="Google Shape;312;p48"/>
          <p:cNvSpPr/>
          <p:nvPr/>
        </p:nvSpPr>
        <p:spPr>
          <a:xfrm>
            <a:off x="5841150" y="3398100"/>
            <a:ext cx="489000" cy="360300"/>
          </a:xfrm>
          <a:prstGeom prst="rightArrow">
            <a:avLst>
              <a:gd fmla="val 50000" name="adj1"/>
              <a:gd fmla="val 50000" name="adj2"/>
            </a:avLst>
          </a:prstGeom>
          <a:solidFill>
            <a:srgbClr val="CFE2F3"/>
          </a:solidFill>
          <a:ln cap="flat" cmpd="sng" w="9525">
            <a:solidFill>
              <a:srgbClr val="467D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13" name="Google Shape;313;p4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sp>
        <p:nvSpPr>
          <p:cNvPr id="314" name="Google Shape;314;p4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en" sz="900" u="none" cap="none" strike="noStrike">
                <a:solidFill>
                  <a:srgbClr val="FFFFFF"/>
                </a:solidFill>
                <a:latin typeface="Calibri"/>
                <a:ea typeface="Calibri"/>
                <a:cs typeface="Calibri"/>
                <a:sym typeface="Calibri"/>
              </a:rPr>
              <a:t>AlgoAnalytics Pvt. Ltd</a:t>
            </a:r>
            <a:endParaRPr b="0" i="0" sz="900" u="none" cap="none" strike="noStrike">
              <a:solidFill>
                <a:srgbClr val="FFFFFF"/>
              </a:solidFill>
              <a:latin typeface="Calibri"/>
              <a:ea typeface="Calibri"/>
              <a:cs typeface="Calibri"/>
              <a:sym typeface="Calibri"/>
            </a:endParaRPr>
          </a:p>
        </p:txBody>
      </p:sp>
      <p:sp>
        <p:nvSpPr>
          <p:cNvPr id="315" name="Google Shape;315;p4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0" i="0" lang="en" sz="900" u="none" cap="none" strike="noStrike">
                <a:solidFill>
                  <a:srgbClr val="FFFFFF"/>
                </a:solidFill>
                <a:latin typeface="Calibri"/>
                <a:ea typeface="Calibri"/>
                <a:cs typeface="Calibri"/>
                <a:sym typeface="Calibri"/>
              </a:rPr>
              <a:t>Strictly Confidential</a:t>
            </a:r>
            <a:endParaRPr b="0" i="0" sz="900" u="none" cap="none" strike="noStrik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grpSp>
        <p:nvGrpSpPr>
          <p:cNvPr id="320" name="Google Shape;320;p49"/>
          <p:cNvGrpSpPr/>
          <p:nvPr/>
        </p:nvGrpSpPr>
        <p:grpSpPr>
          <a:xfrm>
            <a:off x="306150" y="593000"/>
            <a:ext cx="8531772" cy="1986902"/>
            <a:chOff x="116631" y="550422"/>
            <a:chExt cx="8893748" cy="2071200"/>
          </a:xfrm>
        </p:grpSpPr>
        <p:sp>
          <p:nvSpPr>
            <p:cNvPr id="321" name="Google Shape;321;p49"/>
            <p:cNvSpPr/>
            <p:nvPr/>
          </p:nvSpPr>
          <p:spPr>
            <a:xfrm>
              <a:off x="1034879" y="550422"/>
              <a:ext cx="7975500" cy="2071200"/>
            </a:xfrm>
            <a:prstGeom prst="rect">
              <a:avLst/>
            </a:prstGeom>
            <a:noFill/>
            <a:ln cap="flat" cmpd="sng" w="9525">
              <a:solidFill>
                <a:srgbClr val="4472C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22" name="Google Shape;322;p49"/>
            <p:cNvSpPr/>
            <p:nvPr/>
          </p:nvSpPr>
          <p:spPr>
            <a:xfrm>
              <a:off x="116632" y="793750"/>
              <a:ext cx="1641300" cy="1557300"/>
            </a:xfrm>
            <a:prstGeom prst="rect">
              <a:avLst/>
            </a:prstGeom>
            <a:solidFill>
              <a:schemeClr val="lt1"/>
            </a:solidFill>
            <a:ln cap="flat" cmpd="sng" w="9525">
              <a:solidFill>
                <a:srgbClr val="6E91D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23" name="Google Shape;323;p49"/>
            <p:cNvSpPr txBox="1"/>
            <p:nvPr/>
          </p:nvSpPr>
          <p:spPr>
            <a:xfrm>
              <a:off x="116631" y="991055"/>
              <a:ext cx="1641300" cy="1303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b="1" lang="en" sz="1300">
                  <a:solidFill>
                    <a:schemeClr val="dk1"/>
                  </a:solidFill>
                  <a:latin typeface="Calibri"/>
                  <a:ea typeface="Calibri"/>
                  <a:cs typeface="Calibri"/>
                  <a:sym typeface="Calibri"/>
                </a:rPr>
                <a:t>Docomo Business Forum</a:t>
              </a:r>
              <a:endParaRPr b="1" sz="1300">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rgbClr val="000000"/>
                </a:buClr>
                <a:buSzPts val="1400"/>
                <a:buFont typeface="Arial"/>
                <a:buNone/>
              </a:pPr>
              <a:r>
                <a:rPr b="1" lang="en" sz="1300">
                  <a:solidFill>
                    <a:schemeClr val="dk1"/>
                  </a:solidFill>
                  <a:latin typeface="Calibri"/>
                  <a:ea typeface="Calibri"/>
                  <a:cs typeface="Calibri"/>
                  <a:sym typeface="Calibri"/>
                </a:rPr>
                <a:t>October 2024 (Japan)</a:t>
              </a:r>
              <a:endParaRPr b="1" i="0" sz="1300" u="none" cap="none" strike="noStrike">
                <a:solidFill>
                  <a:schemeClr val="dk1"/>
                </a:solidFill>
                <a:latin typeface="Calibri"/>
                <a:ea typeface="Calibri"/>
                <a:cs typeface="Calibri"/>
                <a:sym typeface="Calibri"/>
              </a:endParaRPr>
            </a:p>
          </p:txBody>
        </p:sp>
        <p:pic>
          <p:nvPicPr>
            <p:cNvPr id="324" name="Google Shape;324;p49"/>
            <p:cNvPicPr preferRelativeResize="0"/>
            <p:nvPr/>
          </p:nvPicPr>
          <p:blipFill rotWithShape="1">
            <a:blip r:embed="rId3">
              <a:alphaModFix/>
            </a:blip>
            <a:srcRect b="0" l="3465" r="0" t="6672"/>
            <a:stretch/>
          </p:blipFill>
          <p:spPr>
            <a:xfrm>
              <a:off x="2128861" y="696700"/>
              <a:ext cx="3224722" cy="1753650"/>
            </a:xfrm>
            <a:prstGeom prst="rect">
              <a:avLst/>
            </a:prstGeom>
            <a:noFill/>
            <a:ln>
              <a:noFill/>
            </a:ln>
          </p:spPr>
        </p:pic>
        <p:pic>
          <p:nvPicPr>
            <p:cNvPr id="325" name="Google Shape;325;p49"/>
            <p:cNvPicPr preferRelativeResize="0"/>
            <p:nvPr/>
          </p:nvPicPr>
          <p:blipFill rotWithShape="1">
            <a:blip r:embed="rId4">
              <a:alphaModFix/>
            </a:blip>
            <a:srcRect b="11928" l="14108" r="14854" t="11407"/>
            <a:stretch/>
          </p:blipFill>
          <p:spPr>
            <a:xfrm>
              <a:off x="5398884" y="721701"/>
              <a:ext cx="3429314" cy="1728650"/>
            </a:xfrm>
            <a:prstGeom prst="rect">
              <a:avLst/>
            </a:prstGeom>
            <a:noFill/>
            <a:ln>
              <a:noFill/>
            </a:ln>
          </p:spPr>
        </p:pic>
      </p:grpSp>
      <p:grpSp>
        <p:nvGrpSpPr>
          <p:cNvPr id="326" name="Google Shape;326;p49"/>
          <p:cNvGrpSpPr/>
          <p:nvPr/>
        </p:nvGrpSpPr>
        <p:grpSpPr>
          <a:xfrm>
            <a:off x="305999" y="2716000"/>
            <a:ext cx="8531869" cy="1986902"/>
            <a:chOff x="227413" y="2754343"/>
            <a:chExt cx="8893849" cy="2071200"/>
          </a:xfrm>
        </p:grpSpPr>
        <p:sp>
          <p:nvSpPr>
            <p:cNvPr id="327" name="Google Shape;327;p49"/>
            <p:cNvSpPr/>
            <p:nvPr/>
          </p:nvSpPr>
          <p:spPr>
            <a:xfrm>
              <a:off x="1162861" y="2754343"/>
              <a:ext cx="7958400" cy="2071200"/>
            </a:xfrm>
            <a:prstGeom prst="rect">
              <a:avLst/>
            </a:prstGeom>
            <a:noFill/>
            <a:ln cap="flat" cmpd="sng" w="9525">
              <a:solidFill>
                <a:srgbClr val="4472C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28" name="Google Shape;328;p49"/>
            <p:cNvSpPr/>
            <p:nvPr/>
          </p:nvSpPr>
          <p:spPr>
            <a:xfrm>
              <a:off x="227519" y="2997671"/>
              <a:ext cx="1683600" cy="1557300"/>
            </a:xfrm>
            <a:prstGeom prst="rect">
              <a:avLst/>
            </a:prstGeom>
            <a:solidFill>
              <a:schemeClr val="lt1"/>
            </a:solidFill>
            <a:ln cap="flat" cmpd="sng" w="9525">
              <a:solidFill>
                <a:srgbClr val="6E91D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29" name="Google Shape;329;p49"/>
            <p:cNvSpPr txBox="1"/>
            <p:nvPr/>
          </p:nvSpPr>
          <p:spPr>
            <a:xfrm>
              <a:off x="227413" y="3202091"/>
              <a:ext cx="1683600" cy="1175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b="1" lang="en" sz="1300">
                  <a:solidFill>
                    <a:schemeClr val="dk1"/>
                  </a:solidFill>
                  <a:latin typeface="Calibri"/>
                  <a:ea typeface="Calibri"/>
                  <a:cs typeface="Calibri"/>
                  <a:sym typeface="Calibri"/>
                </a:rPr>
                <a:t>Indian Mobile Congress (IMC) October 2024 </a:t>
              </a:r>
              <a:endParaRPr b="1" sz="1300">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rgbClr val="000000"/>
                </a:buClr>
                <a:buSzPts val="1400"/>
                <a:buFont typeface="Arial"/>
                <a:buNone/>
              </a:pPr>
              <a:r>
                <a:rPr b="1" lang="en" sz="1300">
                  <a:solidFill>
                    <a:schemeClr val="dk1"/>
                  </a:solidFill>
                  <a:latin typeface="Calibri"/>
                  <a:ea typeface="Calibri"/>
                  <a:cs typeface="Calibri"/>
                  <a:sym typeface="Calibri"/>
                </a:rPr>
                <a:t>(Delhi, India) </a:t>
              </a:r>
              <a:endParaRPr b="1" i="0" sz="1300" u="none" cap="none" strike="noStrike">
                <a:solidFill>
                  <a:schemeClr val="dk1"/>
                </a:solidFill>
                <a:latin typeface="Calibri"/>
                <a:ea typeface="Calibri"/>
                <a:cs typeface="Calibri"/>
                <a:sym typeface="Calibri"/>
              </a:endParaRPr>
            </a:p>
          </p:txBody>
        </p:sp>
        <p:pic>
          <p:nvPicPr>
            <p:cNvPr id="330" name="Google Shape;330;p49"/>
            <p:cNvPicPr preferRelativeResize="0"/>
            <p:nvPr/>
          </p:nvPicPr>
          <p:blipFill rotWithShape="1">
            <a:blip r:embed="rId5">
              <a:alphaModFix/>
            </a:blip>
            <a:srcRect b="8640" l="12729" r="14780" t="13234"/>
            <a:stretch/>
          </p:blipFill>
          <p:spPr>
            <a:xfrm>
              <a:off x="2046254" y="2923363"/>
              <a:ext cx="3224725" cy="1733187"/>
            </a:xfrm>
            <a:prstGeom prst="rect">
              <a:avLst/>
            </a:prstGeom>
            <a:noFill/>
            <a:ln>
              <a:noFill/>
            </a:ln>
          </p:spPr>
        </p:pic>
        <p:pic>
          <p:nvPicPr>
            <p:cNvPr id="331" name="Google Shape;331;p49"/>
            <p:cNvPicPr preferRelativeResize="0"/>
            <p:nvPr/>
          </p:nvPicPr>
          <p:blipFill>
            <a:blip r:embed="rId6">
              <a:alphaModFix/>
            </a:blip>
            <a:stretch>
              <a:fillRect/>
            </a:stretch>
          </p:blipFill>
          <p:spPr>
            <a:xfrm>
              <a:off x="5406292" y="2923375"/>
              <a:ext cx="3586266" cy="1689600"/>
            </a:xfrm>
            <a:prstGeom prst="rect">
              <a:avLst/>
            </a:prstGeom>
            <a:noFill/>
            <a:ln>
              <a:noFill/>
            </a:ln>
          </p:spPr>
        </p:pic>
      </p:grpSp>
      <p:sp>
        <p:nvSpPr>
          <p:cNvPr id="332" name="Google Shape;332;p49"/>
          <p:cNvSpPr txBox="1"/>
          <p:nvPr>
            <p:ph type="title"/>
          </p:nvPr>
        </p:nvSpPr>
        <p:spPr>
          <a:xfrm>
            <a:off x="305996" y="137075"/>
            <a:ext cx="4439100" cy="309300"/>
          </a:xfrm>
          <a:prstGeom prst="rect">
            <a:avLst/>
          </a:prstGeom>
        </p:spPr>
        <p:txBody>
          <a:bodyPr anchorCtr="0" anchor="t" bIns="34275" lIns="0" spcFirstLastPara="1" rIns="0" wrap="square" tIns="34275">
            <a:noAutofit/>
          </a:bodyPr>
          <a:lstStyle/>
          <a:p>
            <a:pPr indent="0" lvl="0" marL="0" rtl="0" algn="l">
              <a:lnSpc>
                <a:spcPct val="90000"/>
              </a:lnSpc>
              <a:spcBef>
                <a:spcPts val="0"/>
              </a:spcBef>
              <a:spcAft>
                <a:spcPts val="0"/>
              </a:spcAft>
              <a:buClr>
                <a:schemeClr val="dk1"/>
              </a:buClr>
              <a:buSzPts val="990"/>
              <a:buFont typeface="Arial"/>
              <a:buNone/>
            </a:pPr>
            <a:r>
              <a:rPr lang="en" sz="2300">
                <a:solidFill>
                  <a:srgbClr val="1155CC"/>
                </a:solidFill>
              </a:rPr>
              <a:t>Exhibitions and Visibility</a:t>
            </a:r>
            <a:r>
              <a:rPr b="1" lang="en" sz="2300"/>
              <a:t> </a:t>
            </a:r>
            <a:endParaRPr b="1" sz="2300"/>
          </a:p>
        </p:txBody>
      </p:sp>
      <p:grpSp>
        <p:nvGrpSpPr>
          <p:cNvPr id="333" name="Google Shape;333;p49"/>
          <p:cNvGrpSpPr/>
          <p:nvPr/>
        </p:nvGrpSpPr>
        <p:grpSpPr>
          <a:xfrm>
            <a:off x="6711145" y="92457"/>
            <a:ext cx="2126858" cy="433440"/>
            <a:chOff x="5136245" y="267300"/>
            <a:chExt cx="2425705" cy="557550"/>
          </a:xfrm>
        </p:grpSpPr>
        <p:pic>
          <p:nvPicPr>
            <p:cNvPr id="334" name="Google Shape;334;p49"/>
            <p:cNvPicPr preferRelativeResize="0"/>
            <p:nvPr/>
          </p:nvPicPr>
          <p:blipFill>
            <a:blip r:embed="rId7">
              <a:alphaModFix/>
            </a:blip>
            <a:stretch>
              <a:fillRect/>
            </a:stretch>
          </p:blipFill>
          <p:spPr>
            <a:xfrm>
              <a:off x="5136245" y="267300"/>
              <a:ext cx="961856" cy="557550"/>
            </a:xfrm>
            <a:prstGeom prst="rect">
              <a:avLst/>
            </a:prstGeom>
            <a:noFill/>
            <a:ln>
              <a:noFill/>
            </a:ln>
          </p:spPr>
        </p:pic>
        <p:pic>
          <p:nvPicPr>
            <p:cNvPr id="335" name="Google Shape;335;p49"/>
            <p:cNvPicPr preferRelativeResize="0"/>
            <p:nvPr/>
          </p:nvPicPr>
          <p:blipFill>
            <a:blip r:embed="rId8">
              <a:alphaModFix/>
            </a:blip>
            <a:stretch>
              <a:fillRect/>
            </a:stretch>
          </p:blipFill>
          <p:spPr>
            <a:xfrm>
              <a:off x="6600100" y="287232"/>
              <a:ext cx="961850" cy="517680"/>
            </a:xfrm>
            <a:prstGeom prst="rect">
              <a:avLst/>
            </a:prstGeom>
            <a:noFill/>
            <a:ln cap="flat" cmpd="sng" w="9525">
              <a:solidFill>
                <a:srgbClr val="073763"/>
              </a:solidFill>
              <a:prstDash val="solid"/>
              <a:round/>
              <a:headEnd len="sm" w="sm" type="none"/>
              <a:tailEnd len="sm" w="sm" type="none"/>
            </a:ln>
          </p:spPr>
        </p:pic>
        <p:sp>
          <p:nvSpPr>
            <p:cNvPr id="336" name="Google Shape;336;p49"/>
            <p:cNvSpPr/>
            <p:nvPr/>
          </p:nvSpPr>
          <p:spPr>
            <a:xfrm>
              <a:off x="6221700" y="419775"/>
              <a:ext cx="265200" cy="309300"/>
            </a:xfrm>
            <a:prstGeom prst="mathPlus">
              <a:avLst>
                <a:gd fmla="val 23520" name="adj1"/>
              </a:avLst>
            </a:prstGeom>
            <a:solidFill>
              <a:schemeClr val="lt2"/>
            </a:solidFill>
            <a:ln cap="flat" cmpd="sng" w="9525">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1000"/>
                                        <p:tgtEl>
                                          <p:spTgt spid="32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1000"/>
                                        <p:tgtEl>
                                          <p:spTgt spid="3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0"/>
          <p:cNvSpPr txBox="1"/>
          <p:nvPr>
            <p:ph type="title"/>
          </p:nvPr>
        </p:nvSpPr>
        <p:spPr>
          <a:xfrm>
            <a:off x="305991" y="100660"/>
            <a:ext cx="8532000" cy="309300"/>
          </a:xfrm>
          <a:prstGeom prst="rect">
            <a:avLst/>
          </a:prstGeom>
        </p:spPr>
        <p:txBody>
          <a:bodyPr anchorCtr="0" anchor="t" bIns="34275" lIns="0" spcFirstLastPara="1" rIns="0" wrap="square" tIns="34275">
            <a:noAutofit/>
          </a:bodyPr>
          <a:lstStyle/>
          <a:p>
            <a:pPr indent="0" lvl="0" marL="0" rtl="0" algn="l">
              <a:spcBef>
                <a:spcPts val="0"/>
              </a:spcBef>
              <a:spcAft>
                <a:spcPts val="0"/>
              </a:spcAft>
              <a:buNone/>
            </a:pPr>
            <a:r>
              <a:rPr lang="en" sz="2300">
                <a:solidFill>
                  <a:srgbClr val="1155CC"/>
                </a:solidFill>
              </a:rPr>
              <a:t>Current developments</a:t>
            </a:r>
            <a:r>
              <a:rPr lang="en" sz="2300"/>
              <a:t> </a:t>
            </a:r>
            <a:endParaRPr sz="2300"/>
          </a:p>
        </p:txBody>
      </p:sp>
      <p:sp>
        <p:nvSpPr>
          <p:cNvPr id="342" name="Google Shape;342;p50"/>
          <p:cNvSpPr txBox="1"/>
          <p:nvPr>
            <p:ph idx="1" type="body"/>
          </p:nvPr>
        </p:nvSpPr>
        <p:spPr>
          <a:xfrm>
            <a:off x="306275" y="519121"/>
            <a:ext cx="8531400" cy="354000"/>
          </a:xfrm>
          <a:prstGeom prst="rect">
            <a:avLst/>
          </a:prstGeom>
        </p:spPr>
        <p:txBody>
          <a:bodyPr anchorCtr="0" anchor="t" bIns="34275" lIns="0" spcFirstLastPara="1" rIns="0" wrap="square" tIns="34275">
            <a:noAutofit/>
          </a:bodyPr>
          <a:lstStyle/>
          <a:p>
            <a:pPr indent="0" lvl="0" marL="0" rtl="0" algn="l">
              <a:lnSpc>
                <a:spcPct val="90000"/>
              </a:lnSpc>
              <a:spcBef>
                <a:spcPts val="0"/>
              </a:spcBef>
              <a:spcAft>
                <a:spcPts val="0"/>
              </a:spcAft>
              <a:buClr>
                <a:schemeClr val="dk1"/>
              </a:buClr>
              <a:buSzPts val="1100"/>
              <a:buFont typeface="Arial"/>
              <a:buNone/>
            </a:pPr>
            <a:r>
              <a:rPr lang="en" sz="1800">
                <a:solidFill>
                  <a:schemeClr val="accent1"/>
                </a:solidFill>
              </a:rPr>
              <a:t>Aksha on multi edge: Mapping between edge devices and cameras</a:t>
            </a:r>
            <a:endParaRPr sz="1800"/>
          </a:p>
        </p:txBody>
      </p:sp>
      <p:sp>
        <p:nvSpPr>
          <p:cNvPr id="343" name="Google Shape;343;p50"/>
          <p:cNvSpPr txBox="1"/>
          <p:nvPr/>
        </p:nvSpPr>
        <p:spPr>
          <a:xfrm>
            <a:off x="0" y="870600"/>
            <a:ext cx="9020100" cy="1354200"/>
          </a:xfrm>
          <a:prstGeom prst="rect">
            <a:avLst/>
          </a:prstGeom>
          <a:noFill/>
          <a:ln>
            <a:noFill/>
          </a:ln>
        </p:spPr>
        <p:txBody>
          <a:bodyPr anchorCtr="0" anchor="t" bIns="91425" lIns="91425" spcFirstLastPara="1" rIns="91425" wrap="square" tIns="91425">
            <a:noAutofit/>
          </a:bodyPr>
          <a:lstStyle/>
          <a:p>
            <a:pPr indent="-330200" lvl="0" marL="457200" rtl="0" algn="l">
              <a:lnSpc>
                <a:spcPct val="90000"/>
              </a:lnSpc>
              <a:spcBef>
                <a:spcPts val="800"/>
              </a:spcBef>
              <a:spcAft>
                <a:spcPts val="0"/>
              </a:spcAft>
              <a:buClr>
                <a:schemeClr val="dk1"/>
              </a:buClr>
              <a:buSzPts val="1600"/>
              <a:buChar char="●"/>
            </a:pPr>
            <a:r>
              <a:rPr lang="en" sz="1600">
                <a:solidFill>
                  <a:schemeClr val="dk1"/>
                </a:solidFill>
                <a:latin typeface="Calibri"/>
                <a:ea typeface="Calibri"/>
                <a:cs typeface="Calibri"/>
                <a:sym typeface="Calibri"/>
              </a:rPr>
              <a:t>The feed of all the cameras will be visible on the same GUI, whereas each camera will be running on a different hardware device, i.e. raspberry pi</a:t>
            </a:r>
            <a:endParaRPr sz="1600">
              <a:solidFill>
                <a:schemeClr val="dk1"/>
              </a:solidFill>
              <a:latin typeface="Calibri"/>
              <a:ea typeface="Calibri"/>
              <a:cs typeface="Calibri"/>
              <a:sym typeface="Calibri"/>
            </a:endParaRPr>
          </a:p>
          <a:p>
            <a:pPr indent="-330200" lvl="0" marL="457200" rtl="0" algn="l">
              <a:lnSpc>
                <a:spcPct val="90000"/>
              </a:lnSpc>
              <a:spcBef>
                <a:spcPts val="0"/>
              </a:spcBef>
              <a:spcAft>
                <a:spcPts val="0"/>
              </a:spcAft>
              <a:buClr>
                <a:schemeClr val="dk1"/>
              </a:buClr>
              <a:buSzPts val="1600"/>
              <a:buChar char="●"/>
            </a:pPr>
            <a:r>
              <a:rPr lang="en" sz="1600">
                <a:solidFill>
                  <a:schemeClr val="dk1"/>
                </a:solidFill>
                <a:latin typeface="Calibri"/>
                <a:ea typeface="Calibri"/>
                <a:cs typeface="Calibri"/>
                <a:sym typeface="Calibri"/>
              </a:rPr>
              <a:t>All the cameras run on the same network.</a:t>
            </a:r>
            <a:endParaRPr sz="1600">
              <a:solidFill>
                <a:schemeClr val="dk1"/>
              </a:solidFill>
              <a:latin typeface="Calibri"/>
              <a:ea typeface="Calibri"/>
              <a:cs typeface="Calibri"/>
              <a:sym typeface="Calibri"/>
            </a:endParaRPr>
          </a:p>
          <a:p>
            <a:pPr indent="-330200" lvl="0" marL="457200" rtl="0" algn="l">
              <a:lnSpc>
                <a:spcPct val="90000"/>
              </a:lnSpc>
              <a:spcBef>
                <a:spcPts val="0"/>
              </a:spcBef>
              <a:spcAft>
                <a:spcPts val="0"/>
              </a:spcAft>
              <a:buClr>
                <a:schemeClr val="dk1"/>
              </a:buClr>
              <a:buSzPts val="1600"/>
              <a:buChar char="●"/>
            </a:pPr>
            <a:r>
              <a:rPr lang="en" sz="1600">
                <a:solidFill>
                  <a:schemeClr val="dk1"/>
                </a:solidFill>
                <a:latin typeface="Calibri"/>
                <a:ea typeface="Calibri"/>
                <a:cs typeface="Calibri"/>
                <a:sym typeface="Calibri"/>
              </a:rPr>
              <a:t>Every camera communicates with the backend, which runs on the Azure app service. The feed is then sent to the front-end from the back-end</a:t>
            </a:r>
            <a:endParaRPr sz="16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44" name="Google Shape;344;p50"/>
          <p:cNvSpPr/>
          <p:nvPr/>
        </p:nvSpPr>
        <p:spPr>
          <a:xfrm>
            <a:off x="3863197" y="3280089"/>
            <a:ext cx="873000" cy="161100"/>
          </a:xfrm>
          <a:prstGeom prst="rightArrow">
            <a:avLst>
              <a:gd fmla="val 50000" name="adj1"/>
              <a:gd fmla="val 102888" name="adj2"/>
            </a:avLst>
          </a:prstGeom>
          <a:solidFill>
            <a:srgbClr val="999999"/>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45" name="Google Shape;345;p50"/>
          <p:cNvSpPr txBox="1"/>
          <p:nvPr/>
        </p:nvSpPr>
        <p:spPr>
          <a:xfrm>
            <a:off x="1653500" y="4428988"/>
            <a:ext cx="1230300" cy="22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44546A"/>
                </a:solidFill>
                <a:latin typeface="Calibri"/>
                <a:ea typeface="Calibri"/>
                <a:cs typeface="Calibri"/>
                <a:sym typeface="Calibri"/>
              </a:rPr>
              <a:t>Local Network</a:t>
            </a:r>
            <a:endParaRPr>
              <a:solidFill>
                <a:srgbClr val="44546A"/>
              </a:solidFill>
              <a:latin typeface="Calibri"/>
              <a:ea typeface="Calibri"/>
              <a:cs typeface="Calibri"/>
              <a:sym typeface="Calibri"/>
            </a:endParaRPr>
          </a:p>
        </p:txBody>
      </p:sp>
      <p:grpSp>
        <p:nvGrpSpPr>
          <p:cNvPr id="346" name="Google Shape;346;p50"/>
          <p:cNvGrpSpPr/>
          <p:nvPr/>
        </p:nvGrpSpPr>
        <p:grpSpPr>
          <a:xfrm>
            <a:off x="628650" y="2395725"/>
            <a:ext cx="3086166" cy="1915164"/>
            <a:chOff x="-1769610" y="1208400"/>
            <a:chExt cx="5263800" cy="3105000"/>
          </a:xfrm>
        </p:grpSpPr>
        <p:sp>
          <p:nvSpPr>
            <p:cNvPr id="347" name="Google Shape;347;p50"/>
            <p:cNvSpPr/>
            <p:nvPr/>
          </p:nvSpPr>
          <p:spPr>
            <a:xfrm>
              <a:off x="-1769610" y="1208400"/>
              <a:ext cx="5263800" cy="3105000"/>
            </a:xfrm>
            <a:prstGeom prst="rect">
              <a:avLst/>
            </a:prstGeom>
            <a:solidFill>
              <a:srgbClr val="FFFFFF"/>
            </a:solidFill>
            <a:ln cap="flat" cmpd="sng" w="19050">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348" name="Google Shape;348;p50"/>
            <p:cNvPicPr preferRelativeResize="0"/>
            <p:nvPr/>
          </p:nvPicPr>
          <p:blipFill>
            <a:blip r:embed="rId3">
              <a:alphaModFix/>
            </a:blip>
            <a:stretch>
              <a:fillRect/>
            </a:stretch>
          </p:blipFill>
          <p:spPr>
            <a:xfrm>
              <a:off x="1841572" y="1410941"/>
              <a:ext cx="1447487" cy="1113896"/>
            </a:xfrm>
            <a:prstGeom prst="rect">
              <a:avLst/>
            </a:prstGeom>
            <a:noFill/>
            <a:ln>
              <a:noFill/>
            </a:ln>
          </p:spPr>
        </p:pic>
        <p:pic>
          <p:nvPicPr>
            <p:cNvPr id="349" name="Google Shape;349;p50"/>
            <p:cNvPicPr preferRelativeResize="0"/>
            <p:nvPr/>
          </p:nvPicPr>
          <p:blipFill>
            <a:blip r:embed="rId3">
              <a:alphaModFix/>
            </a:blip>
            <a:stretch>
              <a:fillRect/>
            </a:stretch>
          </p:blipFill>
          <p:spPr>
            <a:xfrm>
              <a:off x="1894810" y="3181200"/>
              <a:ext cx="1341000" cy="1031950"/>
            </a:xfrm>
            <a:prstGeom prst="rect">
              <a:avLst/>
            </a:prstGeom>
            <a:noFill/>
            <a:ln>
              <a:noFill/>
            </a:ln>
          </p:spPr>
        </p:pic>
        <p:pic>
          <p:nvPicPr>
            <p:cNvPr id="350" name="Google Shape;350;p50"/>
            <p:cNvPicPr preferRelativeResize="0"/>
            <p:nvPr/>
          </p:nvPicPr>
          <p:blipFill>
            <a:blip r:embed="rId4">
              <a:alphaModFix/>
            </a:blip>
            <a:stretch>
              <a:fillRect/>
            </a:stretch>
          </p:blipFill>
          <p:spPr>
            <a:xfrm>
              <a:off x="-1117948" y="1333808"/>
              <a:ext cx="1268175" cy="1268175"/>
            </a:xfrm>
            <a:prstGeom prst="rect">
              <a:avLst/>
            </a:prstGeom>
            <a:noFill/>
            <a:ln>
              <a:noFill/>
            </a:ln>
          </p:spPr>
        </p:pic>
        <p:pic>
          <p:nvPicPr>
            <p:cNvPr id="351" name="Google Shape;351;p50"/>
            <p:cNvPicPr preferRelativeResize="0"/>
            <p:nvPr/>
          </p:nvPicPr>
          <p:blipFill>
            <a:blip r:embed="rId4">
              <a:alphaModFix/>
            </a:blip>
            <a:stretch>
              <a:fillRect/>
            </a:stretch>
          </p:blipFill>
          <p:spPr>
            <a:xfrm>
              <a:off x="-1117948" y="2983495"/>
              <a:ext cx="1268175" cy="1268175"/>
            </a:xfrm>
            <a:prstGeom prst="rect">
              <a:avLst/>
            </a:prstGeom>
            <a:noFill/>
            <a:ln>
              <a:noFill/>
            </a:ln>
          </p:spPr>
        </p:pic>
        <p:sp>
          <p:nvSpPr>
            <p:cNvPr id="352" name="Google Shape;352;p50"/>
            <p:cNvSpPr/>
            <p:nvPr/>
          </p:nvSpPr>
          <p:spPr>
            <a:xfrm>
              <a:off x="879062" y="1918750"/>
              <a:ext cx="607500" cy="145800"/>
            </a:xfrm>
            <a:prstGeom prst="rightArrow">
              <a:avLst>
                <a:gd fmla="val 50000" name="adj1"/>
                <a:gd fmla="val 50000" name="adj2"/>
              </a:avLst>
            </a:prstGeom>
            <a:solidFill>
              <a:srgbClr val="999999"/>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53" name="Google Shape;353;p50"/>
            <p:cNvSpPr/>
            <p:nvPr/>
          </p:nvSpPr>
          <p:spPr>
            <a:xfrm>
              <a:off x="749094" y="3624263"/>
              <a:ext cx="607500" cy="145800"/>
            </a:xfrm>
            <a:prstGeom prst="rightArrow">
              <a:avLst>
                <a:gd fmla="val 50000" name="adj1"/>
                <a:gd fmla="val 50000" name="adj2"/>
              </a:avLst>
            </a:prstGeom>
            <a:solidFill>
              <a:srgbClr val="999999"/>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54" name="Google Shape;354;p50"/>
            <p:cNvSpPr txBox="1"/>
            <p:nvPr/>
          </p:nvSpPr>
          <p:spPr>
            <a:xfrm>
              <a:off x="783778" y="1634229"/>
              <a:ext cx="1177200" cy="14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44546A"/>
                  </a:solidFill>
                  <a:latin typeface="Calibri"/>
                  <a:ea typeface="Calibri"/>
                  <a:cs typeface="Calibri"/>
                  <a:sym typeface="Calibri"/>
                </a:rPr>
                <a:t>RTSP</a:t>
              </a:r>
              <a:endParaRPr sz="1100">
                <a:solidFill>
                  <a:srgbClr val="44546A"/>
                </a:solidFill>
                <a:latin typeface="Calibri"/>
                <a:ea typeface="Calibri"/>
                <a:cs typeface="Calibri"/>
                <a:sym typeface="Calibri"/>
              </a:endParaRPr>
            </a:p>
          </p:txBody>
        </p:sp>
        <p:sp>
          <p:nvSpPr>
            <p:cNvPr id="355" name="Google Shape;355;p50"/>
            <p:cNvSpPr txBox="1"/>
            <p:nvPr/>
          </p:nvSpPr>
          <p:spPr>
            <a:xfrm>
              <a:off x="619146" y="3327158"/>
              <a:ext cx="1177200" cy="21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44546A"/>
                  </a:solidFill>
                  <a:latin typeface="Calibri"/>
                  <a:ea typeface="Calibri"/>
                  <a:cs typeface="Calibri"/>
                  <a:sym typeface="Calibri"/>
                </a:rPr>
                <a:t>RTSP</a:t>
              </a:r>
              <a:endParaRPr sz="1100">
                <a:solidFill>
                  <a:srgbClr val="44546A"/>
                </a:solidFill>
                <a:latin typeface="Calibri"/>
                <a:ea typeface="Calibri"/>
                <a:cs typeface="Calibri"/>
                <a:sym typeface="Calibri"/>
              </a:endParaRPr>
            </a:p>
          </p:txBody>
        </p:sp>
      </p:grpSp>
      <p:sp>
        <p:nvSpPr>
          <p:cNvPr id="356" name="Google Shape;356;p50"/>
          <p:cNvSpPr txBox="1"/>
          <p:nvPr/>
        </p:nvSpPr>
        <p:spPr>
          <a:xfrm>
            <a:off x="6208374" y="4419975"/>
            <a:ext cx="1310100" cy="25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44546A"/>
                </a:solidFill>
                <a:latin typeface="Calibri"/>
                <a:ea typeface="Calibri"/>
                <a:cs typeface="Calibri"/>
                <a:sym typeface="Calibri"/>
              </a:rPr>
              <a:t>Centralised GUI</a:t>
            </a:r>
            <a:endParaRPr>
              <a:solidFill>
                <a:srgbClr val="44546A"/>
              </a:solidFill>
              <a:latin typeface="Calibri"/>
              <a:ea typeface="Calibri"/>
              <a:cs typeface="Calibri"/>
              <a:sym typeface="Calibri"/>
            </a:endParaRPr>
          </a:p>
        </p:txBody>
      </p:sp>
      <p:sp>
        <p:nvSpPr>
          <p:cNvPr id="357" name="Google Shape;357;p50"/>
          <p:cNvSpPr txBox="1"/>
          <p:nvPr/>
        </p:nvSpPr>
        <p:spPr>
          <a:xfrm>
            <a:off x="4015524" y="3018100"/>
            <a:ext cx="742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44546A"/>
                </a:solidFill>
                <a:latin typeface="Calibri"/>
                <a:ea typeface="Calibri"/>
                <a:cs typeface="Calibri"/>
                <a:sym typeface="Calibri"/>
              </a:rPr>
              <a:t>VPN</a:t>
            </a:r>
            <a:endParaRPr sz="1100"/>
          </a:p>
        </p:txBody>
      </p:sp>
      <p:sp>
        <p:nvSpPr>
          <p:cNvPr id="358" name="Google Shape;358;p50"/>
          <p:cNvSpPr/>
          <p:nvPr/>
        </p:nvSpPr>
        <p:spPr>
          <a:xfrm>
            <a:off x="4845325" y="2395713"/>
            <a:ext cx="3785700" cy="1915200"/>
          </a:xfrm>
          <a:prstGeom prst="rect">
            <a:avLst/>
          </a:prstGeom>
          <a:solidFill>
            <a:srgbClr val="FFFFFF"/>
          </a:solidFill>
          <a:ln cap="flat" cmpd="sng" w="19050">
            <a:solidFill>
              <a:srgbClr val="00FF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359" name="Google Shape;359;p50"/>
          <p:cNvPicPr preferRelativeResize="0"/>
          <p:nvPr/>
        </p:nvPicPr>
        <p:blipFill rotWithShape="1">
          <a:blip r:embed="rId5">
            <a:alphaModFix/>
          </a:blip>
          <a:srcRect b="23071" l="1058" r="0" t="0"/>
          <a:stretch/>
        </p:blipFill>
        <p:spPr>
          <a:xfrm>
            <a:off x="4959525" y="2531825"/>
            <a:ext cx="3557298" cy="1263525"/>
          </a:xfrm>
          <a:prstGeom prst="rect">
            <a:avLst/>
          </a:prstGeom>
          <a:noFill/>
          <a:ln>
            <a:noFill/>
          </a:ln>
        </p:spPr>
      </p:pic>
      <p:pic>
        <p:nvPicPr>
          <p:cNvPr id="360" name="Google Shape;360;p50"/>
          <p:cNvPicPr preferRelativeResize="0"/>
          <p:nvPr/>
        </p:nvPicPr>
        <p:blipFill>
          <a:blip r:embed="rId6">
            <a:alphaModFix/>
          </a:blip>
          <a:stretch>
            <a:fillRect/>
          </a:stretch>
        </p:blipFill>
        <p:spPr>
          <a:xfrm>
            <a:off x="6535649" y="3901393"/>
            <a:ext cx="453502" cy="287862"/>
          </a:xfrm>
          <a:prstGeom prst="rect">
            <a:avLst/>
          </a:prstGeom>
          <a:noFill/>
          <a:ln>
            <a:noFill/>
          </a:ln>
        </p:spPr>
      </p:pic>
      <p:pic>
        <p:nvPicPr>
          <p:cNvPr id="361" name="Google Shape;361;p50"/>
          <p:cNvPicPr preferRelativeResize="0"/>
          <p:nvPr/>
        </p:nvPicPr>
        <p:blipFill>
          <a:blip r:embed="rId7">
            <a:alphaModFix/>
          </a:blip>
          <a:stretch>
            <a:fillRect/>
          </a:stretch>
        </p:blipFill>
        <p:spPr>
          <a:xfrm>
            <a:off x="5026599" y="3885363"/>
            <a:ext cx="524524" cy="319922"/>
          </a:xfrm>
          <a:prstGeom prst="rect">
            <a:avLst/>
          </a:prstGeom>
          <a:solidFill>
            <a:srgbClr val="FFFFFF"/>
          </a:solidFill>
          <a:ln>
            <a:noFill/>
          </a:ln>
        </p:spPr>
      </p:pic>
      <p:pic>
        <p:nvPicPr>
          <p:cNvPr id="362" name="Google Shape;362;p50"/>
          <p:cNvPicPr preferRelativeResize="0"/>
          <p:nvPr/>
        </p:nvPicPr>
        <p:blipFill>
          <a:blip r:embed="rId8">
            <a:alphaModFix/>
          </a:blip>
          <a:stretch>
            <a:fillRect/>
          </a:stretch>
        </p:blipFill>
        <p:spPr>
          <a:xfrm>
            <a:off x="5805159" y="3885162"/>
            <a:ext cx="397816" cy="320331"/>
          </a:xfrm>
          <a:prstGeom prst="rect">
            <a:avLst/>
          </a:prstGeom>
          <a:solidFill>
            <a:srgbClr val="FFFFFF"/>
          </a:solidFill>
          <a:ln>
            <a:noFill/>
          </a:ln>
        </p:spPr>
      </p:pic>
      <p:pic>
        <p:nvPicPr>
          <p:cNvPr id="363" name="Google Shape;363;p50"/>
          <p:cNvPicPr preferRelativeResize="0"/>
          <p:nvPr/>
        </p:nvPicPr>
        <p:blipFill>
          <a:blip r:embed="rId9">
            <a:alphaModFix/>
          </a:blip>
          <a:stretch>
            <a:fillRect/>
          </a:stretch>
        </p:blipFill>
        <p:spPr>
          <a:xfrm>
            <a:off x="8208709" y="3917112"/>
            <a:ext cx="282351" cy="256446"/>
          </a:xfrm>
          <a:prstGeom prst="rect">
            <a:avLst/>
          </a:prstGeom>
          <a:solidFill>
            <a:srgbClr val="FFFFFF"/>
          </a:solidFill>
          <a:ln>
            <a:noFill/>
          </a:ln>
        </p:spPr>
      </p:pic>
      <p:pic>
        <p:nvPicPr>
          <p:cNvPr id="364" name="Google Shape;364;p50"/>
          <p:cNvPicPr preferRelativeResize="0"/>
          <p:nvPr/>
        </p:nvPicPr>
        <p:blipFill>
          <a:blip r:embed="rId10">
            <a:alphaModFix/>
          </a:blip>
          <a:stretch>
            <a:fillRect/>
          </a:stretch>
        </p:blipFill>
        <p:spPr>
          <a:xfrm>
            <a:off x="7316820" y="3917100"/>
            <a:ext cx="564212" cy="256446"/>
          </a:xfrm>
          <a:prstGeom prst="rect">
            <a:avLst/>
          </a:prstGeom>
          <a:solidFill>
            <a:srgbClr val="FFFFFF"/>
          </a:solidFill>
          <a:ln>
            <a:noFill/>
          </a:ln>
        </p:spPr>
      </p:pic>
      <p:sp>
        <p:nvSpPr>
          <p:cNvPr id="365" name="Google Shape;365;p5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0" i="0" lang="en" sz="900" u="none" cap="none" strike="noStrike">
                <a:solidFill>
                  <a:srgbClr val="FFFFFF"/>
                </a:solidFill>
                <a:latin typeface="Calibri"/>
                <a:ea typeface="Calibri"/>
                <a:cs typeface="Calibri"/>
                <a:sym typeface="Calibri"/>
              </a:rPr>
              <a:t>‹#›</a:t>
            </a:fld>
            <a:endParaRPr b="0" i="0" sz="900" u="none" cap="none" strike="noStrike">
              <a:solidFill>
                <a:srgbClr val="FFFFFF"/>
              </a:solidFill>
              <a:latin typeface="Calibri"/>
              <a:ea typeface="Calibri"/>
              <a:cs typeface="Calibri"/>
              <a:sym typeface="Calibri"/>
            </a:endParaRPr>
          </a:p>
        </p:txBody>
      </p:sp>
      <p:sp>
        <p:nvSpPr>
          <p:cNvPr id="366" name="Google Shape;366;p5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en" sz="900" u="none" cap="none" strike="noStrike">
                <a:solidFill>
                  <a:srgbClr val="FFFFFF"/>
                </a:solidFill>
                <a:latin typeface="Calibri"/>
                <a:ea typeface="Calibri"/>
                <a:cs typeface="Calibri"/>
                <a:sym typeface="Calibri"/>
              </a:rPr>
              <a:t>AlgoAnalytics Pvt. Ltd</a:t>
            </a:r>
            <a:endParaRPr b="0" i="0" sz="900" u="none" cap="none" strike="noStrike">
              <a:solidFill>
                <a:srgbClr val="FFFFFF"/>
              </a:solidFill>
              <a:latin typeface="Calibri"/>
              <a:ea typeface="Calibri"/>
              <a:cs typeface="Calibri"/>
              <a:sym typeface="Calibri"/>
            </a:endParaRPr>
          </a:p>
        </p:txBody>
      </p:sp>
      <p:sp>
        <p:nvSpPr>
          <p:cNvPr id="367" name="Google Shape;367;p5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0" i="0" lang="en" sz="900" u="none" cap="none" strike="noStrike">
                <a:solidFill>
                  <a:srgbClr val="FFFFFF"/>
                </a:solidFill>
                <a:latin typeface="Calibri"/>
                <a:ea typeface="Calibri"/>
                <a:cs typeface="Calibri"/>
                <a:sym typeface="Calibri"/>
              </a:rPr>
              <a:t>Strictly Confidential</a:t>
            </a:r>
            <a:endParaRPr b="0" i="0" sz="900" u="none" cap="none" strike="noStrik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grpSp>
        <p:nvGrpSpPr>
          <p:cNvPr id="372" name="Google Shape;372;p51"/>
          <p:cNvGrpSpPr/>
          <p:nvPr/>
        </p:nvGrpSpPr>
        <p:grpSpPr>
          <a:xfrm>
            <a:off x="455150" y="1005725"/>
            <a:ext cx="1564200" cy="1807200"/>
            <a:chOff x="455150" y="1005725"/>
            <a:chExt cx="1564200" cy="1807200"/>
          </a:xfrm>
        </p:grpSpPr>
        <p:sp>
          <p:nvSpPr>
            <p:cNvPr id="373" name="Google Shape;373;p51"/>
            <p:cNvSpPr/>
            <p:nvPr/>
          </p:nvSpPr>
          <p:spPr>
            <a:xfrm>
              <a:off x="455150" y="1005725"/>
              <a:ext cx="1564200" cy="1497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374" name="Google Shape;374;p51"/>
            <p:cNvPicPr preferRelativeResize="0"/>
            <p:nvPr/>
          </p:nvPicPr>
          <p:blipFill>
            <a:blip r:embed="rId3">
              <a:alphaModFix/>
            </a:blip>
            <a:stretch>
              <a:fillRect/>
            </a:stretch>
          </p:blipFill>
          <p:spPr>
            <a:xfrm>
              <a:off x="455150" y="1061800"/>
              <a:ext cx="459700" cy="486600"/>
            </a:xfrm>
            <a:prstGeom prst="rect">
              <a:avLst/>
            </a:prstGeom>
            <a:noFill/>
            <a:ln>
              <a:noFill/>
            </a:ln>
          </p:spPr>
        </p:pic>
        <p:pic>
          <p:nvPicPr>
            <p:cNvPr id="375" name="Google Shape;375;p51"/>
            <p:cNvPicPr preferRelativeResize="0"/>
            <p:nvPr/>
          </p:nvPicPr>
          <p:blipFill>
            <a:blip r:embed="rId3">
              <a:alphaModFix/>
            </a:blip>
            <a:stretch>
              <a:fillRect/>
            </a:stretch>
          </p:blipFill>
          <p:spPr>
            <a:xfrm>
              <a:off x="1007395" y="1061802"/>
              <a:ext cx="459705" cy="486600"/>
            </a:xfrm>
            <a:prstGeom prst="rect">
              <a:avLst/>
            </a:prstGeom>
            <a:noFill/>
            <a:ln>
              <a:noFill/>
            </a:ln>
          </p:spPr>
        </p:pic>
        <p:pic>
          <p:nvPicPr>
            <p:cNvPr id="376" name="Google Shape;376;p51"/>
            <p:cNvPicPr preferRelativeResize="0"/>
            <p:nvPr/>
          </p:nvPicPr>
          <p:blipFill>
            <a:blip r:embed="rId3">
              <a:alphaModFix/>
            </a:blip>
            <a:stretch>
              <a:fillRect/>
            </a:stretch>
          </p:blipFill>
          <p:spPr>
            <a:xfrm>
              <a:off x="1559645" y="1061802"/>
              <a:ext cx="459705" cy="486600"/>
            </a:xfrm>
            <a:prstGeom prst="rect">
              <a:avLst/>
            </a:prstGeom>
            <a:noFill/>
            <a:ln>
              <a:noFill/>
            </a:ln>
          </p:spPr>
        </p:pic>
        <p:pic>
          <p:nvPicPr>
            <p:cNvPr id="377" name="Google Shape;377;p51"/>
            <p:cNvPicPr preferRelativeResize="0"/>
            <p:nvPr/>
          </p:nvPicPr>
          <p:blipFill>
            <a:blip r:embed="rId4">
              <a:alphaModFix/>
            </a:blip>
            <a:stretch>
              <a:fillRect/>
            </a:stretch>
          </p:blipFill>
          <p:spPr>
            <a:xfrm>
              <a:off x="1220400" y="1712144"/>
              <a:ext cx="719425" cy="709850"/>
            </a:xfrm>
            <a:prstGeom prst="rect">
              <a:avLst/>
            </a:prstGeom>
            <a:noFill/>
            <a:ln>
              <a:noFill/>
            </a:ln>
          </p:spPr>
        </p:pic>
        <p:pic>
          <p:nvPicPr>
            <p:cNvPr id="378" name="Google Shape;378;p51"/>
            <p:cNvPicPr preferRelativeResize="0"/>
            <p:nvPr/>
          </p:nvPicPr>
          <p:blipFill rotWithShape="1">
            <a:blip r:embed="rId5">
              <a:alphaModFix/>
            </a:blip>
            <a:srcRect b="22807" l="33154" r="33950" t="22391"/>
            <a:stretch/>
          </p:blipFill>
          <p:spPr>
            <a:xfrm>
              <a:off x="524016" y="1712150"/>
              <a:ext cx="640312" cy="709850"/>
            </a:xfrm>
            <a:prstGeom prst="rect">
              <a:avLst/>
            </a:prstGeom>
            <a:noFill/>
            <a:ln>
              <a:noFill/>
            </a:ln>
          </p:spPr>
        </p:pic>
        <p:sp>
          <p:nvSpPr>
            <p:cNvPr id="379" name="Google Shape;379;p51"/>
            <p:cNvSpPr txBox="1"/>
            <p:nvPr/>
          </p:nvSpPr>
          <p:spPr>
            <a:xfrm>
              <a:off x="455150" y="2503625"/>
              <a:ext cx="1564200" cy="30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Location 1</a:t>
              </a:r>
              <a:endParaRPr sz="1200">
                <a:solidFill>
                  <a:schemeClr val="dk1"/>
                </a:solidFill>
                <a:latin typeface="Calibri"/>
                <a:ea typeface="Calibri"/>
                <a:cs typeface="Calibri"/>
                <a:sym typeface="Calibri"/>
              </a:endParaRPr>
            </a:p>
            <a:p>
              <a:pPr indent="0" lvl="0" marL="0" rtl="0" algn="ctr">
                <a:spcBef>
                  <a:spcPts val="0"/>
                </a:spcBef>
                <a:spcAft>
                  <a:spcPts val="0"/>
                </a:spcAft>
                <a:buNone/>
              </a:pPr>
              <a:r>
                <a:t/>
              </a:r>
              <a:endParaRPr sz="1200">
                <a:solidFill>
                  <a:schemeClr val="dk1"/>
                </a:solidFill>
                <a:latin typeface="Calibri"/>
                <a:ea typeface="Calibri"/>
                <a:cs typeface="Calibri"/>
                <a:sym typeface="Calibri"/>
              </a:endParaRPr>
            </a:p>
          </p:txBody>
        </p:sp>
      </p:grpSp>
      <p:grpSp>
        <p:nvGrpSpPr>
          <p:cNvPr id="380" name="Google Shape;380;p51"/>
          <p:cNvGrpSpPr/>
          <p:nvPr/>
        </p:nvGrpSpPr>
        <p:grpSpPr>
          <a:xfrm>
            <a:off x="2377275" y="1005725"/>
            <a:ext cx="1564200" cy="1807200"/>
            <a:chOff x="455150" y="1005725"/>
            <a:chExt cx="1564200" cy="1807200"/>
          </a:xfrm>
        </p:grpSpPr>
        <p:sp>
          <p:nvSpPr>
            <p:cNvPr id="381" name="Google Shape;381;p51"/>
            <p:cNvSpPr/>
            <p:nvPr/>
          </p:nvSpPr>
          <p:spPr>
            <a:xfrm>
              <a:off x="455150" y="1005725"/>
              <a:ext cx="1564200" cy="1497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382" name="Google Shape;382;p51"/>
            <p:cNvPicPr preferRelativeResize="0"/>
            <p:nvPr/>
          </p:nvPicPr>
          <p:blipFill>
            <a:blip r:embed="rId3">
              <a:alphaModFix/>
            </a:blip>
            <a:stretch>
              <a:fillRect/>
            </a:stretch>
          </p:blipFill>
          <p:spPr>
            <a:xfrm>
              <a:off x="455150" y="1061800"/>
              <a:ext cx="459700" cy="486600"/>
            </a:xfrm>
            <a:prstGeom prst="rect">
              <a:avLst/>
            </a:prstGeom>
            <a:noFill/>
            <a:ln>
              <a:noFill/>
            </a:ln>
          </p:spPr>
        </p:pic>
        <p:pic>
          <p:nvPicPr>
            <p:cNvPr id="383" name="Google Shape;383;p51"/>
            <p:cNvPicPr preferRelativeResize="0"/>
            <p:nvPr/>
          </p:nvPicPr>
          <p:blipFill>
            <a:blip r:embed="rId3">
              <a:alphaModFix/>
            </a:blip>
            <a:stretch>
              <a:fillRect/>
            </a:stretch>
          </p:blipFill>
          <p:spPr>
            <a:xfrm>
              <a:off x="1007395" y="1061802"/>
              <a:ext cx="459705" cy="486600"/>
            </a:xfrm>
            <a:prstGeom prst="rect">
              <a:avLst/>
            </a:prstGeom>
            <a:noFill/>
            <a:ln>
              <a:noFill/>
            </a:ln>
          </p:spPr>
        </p:pic>
        <p:pic>
          <p:nvPicPr>
            <p:cNvPr id="384" name="Google Shape;384;p51"/>
            <p:cNvPicPr preferRelativeResize="0"/>
            <p:nvPr/>
          </p:nvPicPr>
          <p:blipFill>
            <a:blip r:embed="rId3">
              <a:alphaModFix/>
            </a:blip>
            <a:stretch>
              <a:fillRect/>
            </a:stretch>
          </p:blipFill>
          <p:spPr>
            <a:xfrm>
              <a:off x="1559645" y="1061802"/>
              <a:ext cx="459705" cy="486600"/>
            </a:xfrm>
            <a:prstGeom prst="rect">
              <a:avLst/>
            </a:prstGeom>
            <a:noFill/>
            <a:ln>
              <a:noFill/>
            </a:ln>
          </p:spPr>
        </p:pic>
        <p:pic>
          <p:nvPicPr>
            <p:cNvPr id="385" name="Google Shape;385;p51"/>
            <p:cNvPicPr preferRelativeResize="0"/>
            <p:nvPr/>
          </p:nvPicPr>
          <p:blipFill>
            <a:blip r:embed="rId4">
              <a:alphaModFix/>
            </a:blip>
            <a:stretch>
              <a:fillRect/>
            </a:stretch>
          </p:blipFill>
          <p:spPr>
            <a:xfrm>
              <a:off x="1220400" y="1712144"/>
              <a:ext cx="719425" cy="709850"/>
            </a:xfrm>
            <a:prstGeom prst="rect">
              <a:avLst/>
            </a:prstGeom>
            <a:noFill/>
            <a:ln>
              <a:noFill/>
            </a:ln>
          </p:spPr>
        </p:pic>
        <p:pic>
          <p:nvPicPr>
            <p:cNvPr id="386" name="Google Shape;386;p51"/>
            <p:cNvPicPr preferRelativeResize="0"/>
            <p:nvPr/>
          </p:nvPicPr>
          <p:blipFill rotWithShape="1">
            <a:blip r:embed="rId5">
              <a:alphaModFix/>
            </a:blip>
            <a:srcRect b="22807" l="33154" r="33950" t="22391"/>
            <a:stretch/>
          </p:blipFill>
          <p:spPr>
            <a:xfrm>
              <a:off x="524016" y="1712150"/>
              <a:ext cx="640312" cy="709850"/>
            </a:xfrm>
            <a:prstGeom prst="rect">
              <a:avLst/>
            </a:prstGeom>
            <a:noFill/>
            <a:ln>
              <a:noFill/>
            </a:ln>
          </p:spPr>
        </p:pic>
        <p:sp>
          <p:nvSpPr>
            <p:cNvPr id="387" name="Google Shape;387;p51"/>
            <p:cNvSpPr txBox="1"/>
            <p:nvPr/>
          </p:nvSpPr>
          <p:spPr>
            <a:xfrm>
              <a:off x="455150" y="2503625"/>
              <a:ext cx="1564200" cy="30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Location 2</a:t>
              </a:r>
              <a:endParaRPr sz="1200">
                <a:solidFill>
                  <a:schemeClr val="dk1"/>
                </a:solidFill>
                <a:latin typeface="Calibri"/>
                <a:ea typeface="Calibri"/>
                <a:cs typeface="Calibri"/>
                <a:sym typeface="Calibri"/>
              </a:endParaRPr>
            </a:p>
            <a:p>
              <a:pPr indent="0" lvl="0" marL="0" rtl="0" algn="ctr">
                <a:spcBef>
                  <a:spcPts val="0"/>
                </a:spcBef>
                <a:spcAft>
                  <a:spcPts val="0"/>
                </a:spcAft>
                <a:buNone/>
              </a:pPr>
              <a:r>
                <a:t/>
              </a:r>
              <a:endParaRPr sz="1200">
                <a:solidFill>
                  <a:schemeClr val="dk1"/>
                </a:solidFill>
                <a:latin typeface="Calibri"/>
                <a:ea typeface="Calibri"/>
                <a:cs typeface="Calibri"/>
                <a:sym typeface="Calibri"/>
              </a:endParaRPr>
            </a:p>
          </p:txBody>
        </p:sp>
      </p:grpSp>
      <p:grpSp>
        <p:nvGrpSpPr>
          <p:cNvPr id="388" name="Google Shape;388;p51"/>
          <p:cNvGrpSpPr/>
          <p:nvPr/>
        </p:nvGrpSpPr>
        <p:grpSpPr>
          <a:xfrm>
            <a:off x="4299400" y="1005725"/>
            <a:ext cx="1564200" cy="1807200"/>
            <a:chOff x="455150" y="1005725"/>
            <a:chExt cx="1564200" cy="1807200"/>
          </a:xfrm>
        </p:grpSpPr>
        <p:sp>
          <p:nvSpPr>
            <p:cNvPr id="389" name="Google Shape;389;p51"/>
            <p:cNvSpPr/>
            <p:nvPr/>
          </p:nvSpPr>
          <p:spPr>
            <a:xfrm>
              <a:off x="455150" y="1005725"/>
              <a:ext cx="1564200" cy="1497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390" name="Google Shape;390;p51"/>
            <p:cNvPicPr preferRelativeResize="0"/>
            <p:nvPr/>
          </p:nvPicPr>
          <p:blipFill>
            <a:blip r:embed="rId3">
              <a:alphaModFix/>
            </a:blip>
            <a:stretch>
              <a:fillRect/>
            </a:stretch>
          </p:blipFill>
          <p:spPr>
            <a:xfrm>
              <a:off x="455150" y="1061800"/>
              <a:ext cx="459700" cy="486600"/>
            </a:xfrm>
            <a:prstGeom prst="rect">
              <a:avLst/>
            </a:prstGeom>
            <a:noFill/>
            <a:ln>
              <a:noFill/>
            </a:ln>
          </p:spPr>
        </p:pic>
        <p:pic>
          <p:nvPicPr>
            <p:cNvPr id="391" name="Google Shape;391;p51"/>
            <p:cNvPicPr preferRelativeResize="0"/>
            <p:nvPr/>
          </p:nvPicPr>
          <p:blipFill>
            <a:blip r:embed="rId3">
              <a:alphaModFix/>
            </a:blip>
            <a:stretch>
              <a:fillRect/>
            </a:stretch>
          </p:blipFill>
          <p:spPr>
            <a:xfrm>
              <a:off x="1007395" y="1061802"/>
              <a:ext cx="459705" cy="486600"/>
            </a:xfrm>
            <a:prstGeom prst="rect">
              <a:avLst/>
            </a:prstGeom>
            <a:noFill/>
            <a:ln>
              <a:noFill/>
            </a:ln>
          </p:spPr>
        </p:pic>
        <p:pic>
          <p:nvPicPr>
            <p:cNvPr id="392" name="Google Shape;392;p51"/>
            <p:cNvPicPr preferRelativeResize="0"/>
            <p:nvPr/>
          </p:nvPicPr>
          <p:blipFill>
            <a:blip r:embed="rId3">
              <a:alphaModFix/>
            </a:blip>
            <a:stretch>
              <a:fillRect/>
            </a:stretch>
          </p:blipFill>
          <p:spPr>
            <a:xfrm>
              <a:off x="1559645" y="1061802"/>
              <a:ext cx="459705" cy="486600"/>
            </a:xfrm>
            <a:prstGeom prst="rect">
              <a:avLst/>
            </a:prstGeom>
            <a:noFill/>
            <a:ln>
              <a:noFill/>
            </a:ln>
          </p:spPr>
        </p:pic>
        <p:pic>
          <p:nvPicPr>
            <p:cNvPr id="393" name="Google Shape;393;p51"/>
            <p:cNvPicPr preferRelativeResize="0"/>
            <p:nvPr/>
          </p:nvPicPr>
          <p:blipFill>
            <a:blip r:embed="rId4">
              <a:alphaModFix/>
            </a:blip>
            <a:stretch>
              <a:fillRect/>
            </a:stretch>
          </p:blipFill>
          <p:spPr>
            <a:xfrm>
              <a:off x="1220400" y="1712144"/>
              <a:ext cx="719425" cy="709850"/>
            </a:xfrm>
            <a:prstGeom prst="rect">
              <a:avLst/>
            </a:prstGeom>
            <a:noFill/>
            <a:ln>
              <a:noFill/>
            </a:ln>
          </p:spPr>
        </p:pic>
        <p:pic>
          <p:nvPicPr>
            <p:cNvPr id="394" name="Google Shape;394;p51"/>
            <p:cNvPicPr preferRelativeResize="0"/>
            <p:nvPr/>
          </p:nvPicPr>
          <p:blipFill rotWithShape="1">
            <a:blip r:embed="rId5">
              <a:alphaModFix/>
            </a:blip>
            <a:srcRect b="22807" l="33154" r="33950" t="22391"/>
            <a:stretch/>
          </p:blipFill>
          <p:spPr>
            <a:xfrm>
              <a:off x="524016" y="1712150"/>
              <a:ext cx="640312" cy="709850"/>
            </a:xfrm>
            <a:prstGeom prst="rect">
              <a:avLst/>
            </a:prstGeom>
            <a:noFill/>
            <a:ln>
              <a:noFill/>
            </a:ln>
          </p:spPr>
        </p:pic>
        <p:sp>
          <p:nvSpPr>
            <p:cNvPr id="395" name="Google Shape;395;p51"/>
            <p:cNvSpPr txBox="1"/>
            <p:nvPr/>
          </p:nvSpPr>
          <p:spPr>
            <a:xfrm>
              <a:off x="455150" y="2503625"/>
              <a:ext cx="1564200" cy="30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Location 3</a:t>
              </a:r>
              <a:endParaRPr sz="1200">
                <a:solidFill>
                  <a:schemeClr val="dk1"/>
                </a:solidFill>
                <a:latin typeface="Calibri"/>
                <a:ea typeface="Calibri"/>
                <a:cs typeface="Calibri"/>
                <a:sym typeface="Calibri"/>
              </a:endParaRPr>
            </a:p>
            <a:p>
              <a:pPr indent="0" lvl="0" marL="0" rtl="0" algn="ctr">
                <a:spcBef>
                  <a:spcPts val="0"/>
                </a:spcBef>
                <a:spcAft>
                  <a:spcPts val="0"/>
                </a:spcAft>
                <a:buNone/>
              </a:pPr>
              <a:r>
                <a:t/>
              </a:r>
              <a:endParaRPr sz="1200">
                <a:solidFill>
                  <a:schemeClr val="dk1"/>
                </a:solidFill>
                <a:latin typeface="Calibri"/>
                <a:ea typeface="Calibri"/>
                <a:cs typeface="Calibri"/>
                <a:sym typeface="Calibri"/>
              </a:endParaRPr>
            </a:p>
          </p:txBody>
        </p:sp>
      </p:grpSp>
      <p:grpSp>
        <p:nvGrpSpPr>
          <p:cNvPr id="396" name="Google Shape;396;p51"/>
          <p:cNvGrpSpPr/>
          <p:nvPr/>
        </p:nvGrpSpPr>
        <p:grpSpPr>
          <a:xfrm>
            <a:off x="7273475" y="1005725"/>
            <a:ext cx="1564200" cy="1807200"/>
            <a:chOff x="455150" y="1005725"/>
            <a:chExt cx="1564200" cy="1807200"/>
          </a:xfrm>
        </p:grpSpPr>
        <p:sp>
          <p:nvSpPr>
            <p:cNvPr id="397" name="Google Shape;397;p51"/>
            <p:cNvSpPr/>
            <p:nvPr/>
          </p:nvSpPr>
          <p:spPr>
            <a:xfrm>
              <a:off x="455150" y="1005725"/>
              <a:ext cx="1564200" cy="1497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398" name="Google Shape;398;p51"/>
            <p:cNvPicPr preferRelativeResize="0"/>
            <p:nvPr/>
          </p:nvPicPr>
          <p:blipFill>
            <a:blip r:embed="rId3">
              <a:alphaModFix/>
            </a:blip>
            <a:stretch>
              <a:fillRect/>
            </a:stretch>
          </p:blipFill>
          <p:spPr>
            <a:xfrm>
              <a:off x="524025" y="1075800"/>
              <a:ext cx="459700" cy="486600"/>
            </a:xfrm>
            <a:prstGeom prst="rect">
              <a:avLst/>
            </a:prstGeom>
            <a:noFill/>
            <a:ln>
              <a:noFill/>
            </a:ln>
          </p:spPr>
        </p:pic>
        <p:pic>
          <p:nvPicPr>
            <p:cNvPr id="399" name="Google Shape;399;p51"/>
            <p:cNvPicPr preferRelativeResize="0"/>
            <p:nvPr/>
          </p:nvPicPr>
          <p:blipFill>
            <a:blip r:embed="rId3">
              <a:alphaModFix/>
            </a:blip>
            <a:stretch>
              <a:fillRect/>
            </a:stretch>
          </p:blipFill>
          <p:spPr>
            <a:xfrm>
              <a:off x="1007395" y="1061802"/>
              <a:ext cx="459705" cy="486600"/>
            </a:xfrm>
            <a:prstGeom prst="rect">
              <a:avLst/>
            </a:prstGeom>
            <a:noFill/>
            <a:ln>
              <a:noFill/>
            </a:ln>
          </p:spPr>
        </p:pic>
        <p:pic>
          <p:nvPicPr>
            <p:cNvPr id="400" name="Google Shape;400;p51"/>
            <p:cNvPicPr preferRelativeResize="0"/>
            <p:nvPr/>
          </p:nvPicPr>
          <p:blipFill>
            <a:blip r:embed="rId3">
              <a:alphaModFix/>
            </a:blip>
            <a:stretch>
              <a:fillRect/>
            </a:stretch>
          </p:blipFill>
          <p:spPr>
            <a:xfrm>
              <a:off x="1559645" y="1061802"/>
              <a:ext cx="459705" cy="486600"/>
            </a:xfrm>
            <a:prstGeom prst="rect">
              <a:avLst/>
            </a:prstGeom>
            <a:noFill/>
            <a:ln>
              <a:noFill/>
            </a:ln>
          </p:spPr>
        </p:pic>
        <p:pic>
          <p:nvPicPr>
            <p:cNvPr id="401" name="Google Shape;401;p51"/>
            <p:cNvPicPr preferRelativeResize="0"/>
            <p:nvPr/>
          </p:nvPicPr>
          <p:blipFill>
            <a:blip r:embed="rId4">
              <a:alphaModFix/>
            </a:blip>
            <a:stretch>
              <a:fillRect/>
            </a:stretch>
          </p:blipFill>
          <p:spPr>
            <a:xfrm>
              <a:off x="1220400" y="1712144"/>
              <a:ext cx="719425" cy="709850"/>
            </a:xfrm>
            <a:prstGeom prst="rect">
              <a:avLst/>
            </a:prstGeom>
            <a:noFill/>
            <a:ln>
              <a:noFill/>
            </a:ln>
          </p:spPr>
        </p:pic>
        <p:pic>
          <p:nvPicPr>
            <p:cNvPr id="402" name="Google Shape;402;p51"/>
            <p:cNvPicPr preferRelativeResize="0"/>
            <p:nvPr/>
          </p:nvPicPr>
          <p:blipFill rotWithShape="1">
            <a:blip r:embed="rId5">
              <a:alphaModFix/>
            </a:blip>
            <a:srcRect b="22807" l="33154" r="33950" t="22391"/>
            <a:stretch/>
          </p:blipFill>
          <p:spPr>
            <a:xfrm>
              <a:off x="524016" y="1712150"/>
              <a:ext cx="640312" cy="709850"/>
            </a:xfrm>
            <a:prstGeom prst="rect">
              <a:avLst/>
            </a:prstGeom>
            <a:noFill/>
            <a:ln>
              <a:noFill/>
            </a:ln>
          </p:spPr>
        </p:pic>
        <p:sp>
          <p:nvSpPr>
            <p:cNvPr id="403" name="Google Shape;403;p51"/>
            <p:cNvSpPr txBox="1"/>
            <p:nvPr/>
          </p:nvSpPr>
          <p:spPr>
            <a:xfrm>
              <a:off x="455150" y="2503625"/>
              <a:ext cx="1564200" cy="30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Calibri"/>
                  <a:ea typeface="Calibri"/>
                  <a:cs typeface="Calibri"/>
                  <a:sym typeface="Calibri"/>
                </a:rPr>
                <a:t>Location N</a:t>
              </a:r>
              <a:endParaRPr sz="1200">
                <a:solidFill>
                  <a:schemeClr val="dk1"/>
                </a:solidFill>
                <a:latin typeface="Calibri"/>
                <a:ea typeface="Calibri"/>
                <a:cs typeface="Calibri"/>
                <a:sym typeface="Calibri"/>
              </a:endParaRPr>
            </a:p>
            <a:p>
              <a:pPr indent="0" lvl="0" marL="0" rtl="0" algn="ctr">
                <a:spcBef>
                  <a:spcPts val="0"/>
                </a:spcBef>
                <a:spcAft>
                  <a:spcPts val="0"/>
                </a:spcAft>
                <a:buNone/>
              </a:pPr>
              <a:r>
                <a:t/>
              </a:r>
              <a:endParaRPr sz="1200">
                <a:solidFill>
                  <a:schemeClr val="dk1"/>
                </a:solidFill>
                <a:latin typeface="Calibri"/>
                <a:ea typeface="Calibri"/>
                <a:cs typeface="Calibri"/>
                <a:sym typeface="Calibri"/>
              </a:endParaRPr>
            </a:p>
          </p:txBody>
        </p:sp>
      </p:grpSp>
      <p:pic>
        <p:nvPicPr>
          <p:cNvPr id="404" name="Google Shape;404;p51"/>
          <p:cNvPicPr preferRelativeResize="0"/>
          <p:nvPr/>
        </p:nvPicPr>
        <p:blipFill rotWithShape="1">
          <a:blip r:embed="rId6">
            <a:alphaModFix/>
          </a:blip>
          <a:srcRect b="37901" l="0" r="0" t="36555"/>
          <a:stretch/>
        </p:blipFill>
        <p:spPr>
          <a:xfrm>
            <a:off x="6238800" y="1612875"/>
            <a:ext cx="659475" cy="168450"/>
          </a:xfrm>
          <a:prstGeom prst="rect">
            <a:avLst/>
          </a:prstGeom>
          <a:noFill/>
          <a:ln>
            <a:noFill/>
          </a:ln>
        </p:spPr>
      </p:pic>
      <p:sp>
        <p:nvSpPr>
          <p:cNvPr id="405" name="Google Shape;405;p51"/>
          <p:cNvSpPr/>
          <p:nvPr/>
        </p:nvSpPr>
        <p:spPr>
          <a:xfrm>
            <a:off x="1237275" y="2912000"/>
            <a:ext cx="6827100" cy="1686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Network Backbone</a:t>
            </a:r>
            <a:endParaRPr>
              <a:latin typeface="Calibri"/>
              <a:ea typeface="Calibri"/>
              <a:cs typeface="Calibri"/>
              <a:sym typeface="Calibri"/>
            </a:endParaRPr>
          </a:p>
        </p:txBody>
      </p:sp>
      <p:sp>
        <p:nvSpPr>
          <p:cNvPr id="406" name="Google Shape;406;p51"/>
          <p:cNvSpPr/>
          <p:nvPr/>
        </p:nvSpPr>
        <p:spPr>
          <a:xfrm>
            <a:off x="1741000" y="2571750"/>
            <a:ext cx="185700" cy="3093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07" name="Google Shape;407;p51"/>
          <p:cNvSpPr/>
          <p:nvPr/>
        </p:nvSpPr>
        <p:spPr>
          <a:xfrm>
            <a:off x="3628125" y="2571750"/>
            <a:ext cx="185700" cy="3093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08" name="Google Shape;408;p51"/>
          <p:cNvSpPr/>
          <p:nvPr/>
        </p:nvSpPr>
        <p:spPr>
          <a:xfrm>
            <a:off x="5514625" y="2571750"/>
            <a:ext cx="185700" cy="3093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09" name="Google Shape;409;p51"/>
          <p:cNvSpPr/>
          <p:nvPr/>
        </p:nvSpPr>
        <p:spPr>
          <a:xfrm>
            <a:off x="7401125" y="2571750"/>
            <a:ext cx="185700" cy="3093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nvGrpSpPr>
          <p:cNvPr id="410" name="Google Shape;410;p51"/>
          <p:cNvGrpSpPr/>
          <p:nvPr/>
        </p:nvGrpSpPr>
        <p:grpSpPr>
          <a:xfrm>
            <a:off x="1617900" y="3179675"/>
            <a:ext cx="6065850" cy="1573800"/>
            <a:chOff x="2841300" y="3179675"/>
            <a:chExt cx="6065850" cy="1573800"/>
          </a:xfrm>
        </p:grpSpPr>
        <p:sp>
          <p:nvSpPr>
            <p:cNvPr id="411" name="Google Shape;411;p51"/>
            <p:cNvSpPr/>
            <p:nvPr/>
          </p:nvSpPr>
          <p:spPr>
            <a:xfrm>
              <a:off x="2841300" y="3179675"/>
              <a:ext cx="3397500" cy="1405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12" name="Google Shape;412;p51"/>
            <p:cNvSpPr txBox="1"/>
            <p:nvPr/>
          </p:nvSpPr>
          <p:spPr>
            <a:xfrm>
              <a:off x="3208775" y="4584875"/>
              <a:ext cx="2726400" cy="16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Calibri"/>
                  <a:ea typeface="Calibri"/>
                  <a:cs typeface="Calibri"/>
                  <a:sym typeface="Calibri"/>
                </a:rPr>
                <a:t>Central location</a:t>
              </a:r>
              <a:endParaRPr>
                <a:solidFill>
                  <a:schemeClr val="dk1"/>
                </a:solidFill>
                <a:latin typeface="Calibri"/>
                <a:ea typeface="Calibri"/>
                <a:cs typeface="Calibri"/>
                <a:sym typeface="Calibri"/>
              </a:endParaRPr>
            </a:p>
          </p:txBody>
        </p:sp>
        <p:pic>
          <p:nvPicPr>
            <p:cNvPr id="413" name="Google Shape;413;p51"/>
            <p:cNvPicPr preferRelativeResize="0"/>
            <p:nvPr/>
          </p:nvPicPr>
          <p:blipFill>
            <a:blip r:embed="rId4">
              <a:alphaModFix/>
            </a:blip>
            <a:stretch>
              <a:fillRect/>
            </a:stretch>
          </p:blipFill>
          <p:spPr>
            <a:xfrm>
              <a:off x="3124525" y="3233551"/>
              <a:ext cx="503600" cy="496897"/>
            </a:xfrm>
            <a:prstGeom prst="rect">
              <a:avLst/>
            </a:prstGeom>
            <a:noFill/>
            <a:ln>
              <a:noFill/>
            </a:ln>
          </p:spPr>
        </p:pic>
        <p:pic>
          <p:nvPicPr>
            <p:cNvPr id="414" name="Google Shape;414;p51"/>
            <p:cNvPicPr preferRelativeResize="0"/>
            <p:nvPr/>
          </p:nvPicPr>
          <p:blipFill rotWithShape="1">
            <a:blip r:embed="rId5">
              <a:alphaModFix/>
            </a:blip>
            <a:srcRect b="22807" l="33154" r="33950" t="22391"/>
            <a:stretch/>
          </p:blipFill>
          <p:spPr>
            <a:xfrm>
              <a:off x="3124513" y="4026575"/>
              <a:ext cx="503600" cy="558300"/>
            </a:xfrm>
            <a:prstGeom prst="rect">
              <a:avLst/>
            </a:prstGeom>
            <a:noFill/>
            <a:ln>
              <a:noFill/>
            </a:ln>
          </p:spPr>
        </p:pic>
        <p:pic>
          <p:nvPicPr>
            <p:cNvPr id="415" name="Google Shape;415;p51"/>
            <p:cNvPicPr preferRelativeResize="0"/>
            <p:nvPr/>
          </p:nvPicPr>
          <p:blipFill rotWithShape="1">
            <a:blip r:embed="rId7">
              <a:alphaModFix/>
            </a:blip>
            <a:srcRect b="0" l="0" r="0" t="0"/>
            <a:stretch/>
          </p:blipFill>
          <p:spPr>
            <a:xfrm>
              <a:off x="6329525" y="3179676"/>
              <a:ext cx="2577624" cy="1273849"/>
            </a:xfrm>
            <a:prstGeom prst="rect">
              <a:avLst/>
            </a:prstGeom>
            <a:noFill/>
            <a:ln cap="flat" cmpd="sng" w="9525">
              <a:solidFill>
                <a:srgbClr val="EEEEEE"/>
              </a:solidFill>
              <a:prstDash val="solid"/>
              <a:round/>
              <a:headEnd len="sm" w="sm" type="none"/>
              <a:tailEnd len="sm" w="sm" type="none"/>
            </a:ln>
          </p:spPr>
        </p:pic>
      </p:grpSp>
      <p:pic>
        <p:nvPicPr>
          <p:cNvPr id="416" name="Google Shape;416;p51"/>
          <p:cNvPicPr preferRelativeResize="0"/>
          <p:nvPr/>
        </p:nvPicPr>
        <p:blipFill rotWithShape="1">
          <a:blip r:embed="rId8">
            <a:alphaModFix/>
          </a:blip>
          <a:srcRect b="27398" l="0" r="0" t="12291"/>
          <a:stretch/>
        </p:blipFill>
        <p:spPr>
          <a:xfrm>
            <a:off x="2647283" y="3179675"/>
            <a:ext cx="2329993" cy="1405200"/>
          </a:xfrm>
          <a:prstGeom prst="rect">
            <a:avLst/>
          </a:prstGeom>
          <a:noFill/>
          <a:ln>
            <a:noFill/>
          </a:ln>
        </p:spPr>
      </p:pic>
      <p:sp>
        <p:nvSpPr>
          <p:cNvPr id="417" name="Google Shape;417;p5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0" i="0" lang="en" sz="900" u="none" cap="none" strike="noStrike">
                <a:solidFill>
                  <a:srgbClr val="FFFFFF"/>
                </a:solidFill>
                <a:latin typeface="Calibri"/>
                <a:ea typeface="Calibri"/>
                <a:cs typeface="Calibri"/>
                <a:sym typeface="Calibri"/>
              </a:rPr>
              <a:t>‹#›</a:t>
            </a:fld>
            <a:endParaRPr b="0" i="0" sz="900" u="none" cap="none" strike="noStrike">
              <a:solidFill>
                <a:srgbClr val="FFFFFF"/>
              </a:solidFill>
              <a:latin typeface="Calibri"/>
              <a:ea typeface="Calibri"/>
              <a:cs typeface="Calibri"/>
              <a:sym typeface="Calibri"/>
            </a:endParaRPr>
          </a:p>
        </p:txBody>
      </p:sp>
      <p:sp>
        <p:nvSpPr>
          <p:cNvPr id="418" name="Google Shape;418;p5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en" sz="900" u="none" cap="none" strike="noStrike">
                <a:solidFill>
                  <a:srgbClr val="FFFFFF"/>
                </a:solidFill>
                <a:latin typeface="Calibri"/>
                <a:ea typeface="Calibri"/>
                <a:cs typeface="Calibri"/>
                <a:sym typeface="Calibri"/>
              </a:rPr>
              <a:t>AlgoAnalytics Pvt. Ltd</a:t>
            </a:r>
            <a:endParaRPr b="0" i="0" sz="900" u="none" cap="none" strike="noStrike">
              <a:solidFill>
                <a:srgbClr val="FFFFFF"/>
              </a:solidFill>
              <a:latin typeface="Calibri"/>
              <a:ea typeface="Calibri"/>
              <a:cs typeface="Calibri"/>
              <a:sym typeface="Calibri"/>
            </a:endParaRPr>
          </a:p>
        </p:txBody>
      </p:sp>
      <p:sp>
        <p:nvSpPr>
          <p:cNvPr id="419" name="Google Shape;419;p5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0" i="0" lang="en" sz="900" u="none" cap="none" strike="noStrike">
                <a:solidFill>
                  <a:srgbClr val="FFFFFF"/>
                </a:solidFill>
                <a:latin typeface="Calibri"/>
                <a:ea typeface="Calibri"/>
                <a:cs typeface="Calibri"/>
                <a:sym typeface="Calibri"/>
              </a:rPr>
              <a:t>Strictly Confidential</a:t>
            </a:r>
            <a:endParaRPr b="0" i="0" sz="900" u="none" cap="none" strike="noStrike">
              <a:solidFill>
                <a:srgbClr val="FFFFFF"/>
              </a:solidFill>
              <a:latin typeface="Calibri"/>
              <a:ea typeface="Calibri"/>
              <a:cs typeface="Calibri"/>
              <a:sym typeface="Calibri"/>
            </a:endParaRPr>
          </a:p>
        </p:txBody>
      </p:sp>
      <p:sp>
        <p:nvSpPr>
          <p:cNvPr id="420" name="Google Shape;420;p51"/>
          <p:cNvSpPr txBox="1"/>
          <p:nvPr>
            <p:ph idx="1" type="body"/>
          </p:nvPr>
        </p:nvSpPr>
        <p:spPr>
          <a:xfrm>
            <a:off x="253241" y="81663"/>
            <a:ext cx="8531400" cy="486600"/>
          </a:xfrm>
          <a:prstGeom prst="rect">
            <a:avLst/>
          </a:prstGeom>
        </p:spPr>
        <p:txBody>
          <a:bodyPr anchorCtr="0" anchor="t" bIns="34275" lIns="0" spcFirstLastPara="1" rIns="0" wrap="square" tIns="34275">
            <a:noAutofit/>
          </a:bodyPr>
          <a:lstStyle/>
          <a:p>
            <a:pPr indent="0" lvl="0" marL="0" rtl="0" algn="l">
              <a:spcBef>
                <a:spcPts val="300"/>
              </a:spcBef>
              <a:spcAft>
                <a:spcPts val="0"/>
              </a:spcAft>
              <a:buNone/>
            </a:pPr>
            <a:r>
              <a:rPr lang="en" sz="2300">
                <a:solidFill>
                  <a:srgbClr val="1155CC"/>
                </a:solidFill>
              </a:rPr>
              <a:t>Enhancing Aksha’s Scalability: Using Kubernetes and Kafka</a:t>
            </a:r>
            <a:endParaRPr sz="2300">
              <a:solidFill>
                <a:srgbClr val="1155CC"/>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2"/>
          <p:cNvSpPr txBox="1"/>
          <p:nvPr>
            <p:ph idx="1" type="body"/>
          </p:nvPr>
        </p:nvSpPr>
        <p:spPr>
          <a:xfrm>
            <a:off x="253241" y="81663"/>
            <a:ext cx="8531400" cy="486600"/>
          </a:xfrm>
          <a:prstGeom prst="rect">
            <a:avLst/>
          </a:prstGeom>
        </p:spPr>
        <p:txBody>
          <a:bodyPr anchorCtr="0" anchor="t" bIns="34275" lIns="0" spcFirstLastPara="1" rIns="0" wrap="square" tIns="34275">
            <a:noAutofit/>
          </a:bodyPr>
          <a:lstStyle/>
          <a:p>
            <a:pPr indent="0" lvl="0" marL="0" rtl="0" algn="l">
              <a:spcBef>
                <a:spcPts val="300"/>
              </a:spcBef>
              <a:spcAft>
                <a:spcPts val="0"/>
              </a:spcAft>
              <a:buNone/>
            </a:pPr>
            <a:r>
              <a:rPr lang="en" sz="2300">
                <a:solidFill>
                  <a:srgbClr val="1155CC"/>
                </a:solidFill>
              </a:rPr>
              <a:t>Enhancing Aksha’s Scalability: Architecture and Advantages </a:t>
            </a:r>
            <a:endParaRPr sz="2300">
              <a:solidFill>
                <a:srgbClr val="1155CC"/>
              </a:solidFill>
            </a:endParaRPr>
          </a:p>
        </p:txBody>
      </p:sp>
      <p:pic>
        <p:nvPicPr>
          <p:cNvPr id="426" name="Google Shape;426;p52"/>
          <p:cNvPicPr preferRelativeResize="0"/>
          <p:nvPr/>
        </p:nvPicPr>
        <p:blipFill rotWithShape="1">
          <a:blip r:embed="rId3">
            <a:alphaModFix/>
          </a:blip>
          <a:srcRect b="6367" l="0" r="0" t="0"/>
          <a:stretch/>
        </p:blipFill>
        <p:spPr>
          <a:xfrm>
            <a:off x="253250" y="720975"/>
            <a:ext cx="5262400" cy="3701550"/>
          </a:xfrm>
          <a:prstGeom prst="rect">
            <a:avLst/>
          </a:prstGeom>
          <a:noFill/>
          <a:ln>
            <a:noFill/>
          </a:ln>
        </p:spPr>
      </p:pic>
      <p:sp>
        <p:nvSpPr>
          <p:cNvPr id="427" name="Google Shape;427;p5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0" i="0" lang="en" sz="900" u="none" cap="none" strike="noStrike">
                <a:solidFill>
                  <a:srgbClr val="FFFFFF"/>
                </a:solidFill>
                <a:latin typeface="Calibri"/>
                <a:ea typeface="Calibri"/>
                <a:cs typeface="Calibri"/>
                <a:sym typeface="Calibri"/>
              </a:rPr>
              <a:t>‹#›</a:t>
            </a:fld>
            <a:endParaRPr b="0" i="0" sz="900" u="none" cap="none" strike="noStrike">
              <a:solidFill>
                <a:srgbClr val="FFFFFF"/>
              </a:solidFill>
              <a:latin typeface="Calibri"/>
              <a:ea typeface="Calibri"/>
              <a:cs typeface="Calibri"/>
              <a:sym typeface="Calibri"/>
            </a:endParaRPr>
          </a:p>
        </p:txBody>
      </p:sp>
      <p:sp>
        <p:nvSpPr>
          <p:cNvPr id="428" name="Google Shape;428;p5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en" sz="900" u="none" cap="none" strike="noStrike">
                <a:solidFill>
                  <a:srgbClr val="FFFFFF"/>
                </a:solidFill>
                <a:latin typeface="Calibri"/>
                <a:ea typeface="Calibri"/>
                <a:cs typeface="Calibri"/>
                <a:sym typeface="Calibri"/>
              </a:rPr>
              <a:t>AlgoAnalytics Pvt. Ltd</a:t>
            </a:r>
            <a:endParaRPr b="0" i="0" sz="900" u="none" cap="none" strike="noStrike">
              <a:solidFill>
                <a:srgbClr val="FFFFFF"/>
              </a:solidFill>
              <a:latin typeface="Calibri"/>
              <a:ea typeface="Calibri"/>
              <a:cs typeface="Calibri"/>
              <a:sym typeface="Calibri"/>
            </a:endParaRPr>
          </a:p>
        </p:txBody>
      </p:sp>
      <p:sp>
        <p:nvSpPr>
          <p:cNvPr id="429" name="Google Shape;429;p5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0" i="0" lang="en" sz="900" u="none" cap="none" strike="noStrike">
                <a:solidFill>
                  <a:srgbClr val="FFFFFF"/>
                </a:solidFill>
                <a:latin typeface="Calibri"/>
                <a:ea typeface="Calibri"/>
                <a:cs typeface="Calibri"/>
                <a:sym typeface="Calibri"/>
              </a:rPr>
              <a:t>Strictly Confidential</a:t>
            </a:r>
            <a:endParaRPr b="0" i="0" sz="900" u="none" cap="none" strike="noStrike">
              <a:solidFill>
                <a:srgbClr val="FFFFFF"/>
              </a:solidFill>
              <a:latin typeface="Calibri"/>
              <a:ea typeface="Calibri"/>
              <a:cs typeface="Calibri"/>
              <a:sym typeface="Calibri"/>
            </a:endParaRPr>
          </a:p>
        </p:txBody>
      </p:sp>
      <p:sp>
        <p:nvSpPr>
          <p:cNvPr id="430" name="Google Shape;430;p52"/>
          <p:cNvSpPr txBox="1"/>
          <p:nvPr/>
        </p:nvSpPr>
        <p:spPr>
          <a:xfrm>
            <a:off x="5682300" y="647700"/>
            <a:ext cx="34617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a:solidFill>
                  <a:schemeClr val="dk1"/>
                </a:solidFill>
                <a:latin typeface="Calibri"/>
                <a:ea typeface="Calibri"/>
                <a:cs typeface="Calibri"/>
                <a:sym typeface="Calibri"/>
              </a:rPr>
              <a:t>Effortless Scalability:</a:t>
            </a:r>
            <a:r>
              <a:rPr lang="en">
                <a:solidFill>
                  <a:schemeClr val="dk1"/>
                </a:solidFill>
                <a:latin typeface="Calibri"/>
                <a:ea typeface="Calibri"/>
                <a:cs typeface="Calibri"/>
                <a:sym typeface="Calibri"/>
              </a:rPr>
              <a:t> Easily scale microservices with Kubernetes and manage high message volumes with Kafka.</a:t>
            </a:r>
            <a:endParaRPr>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
                <a:solidFill>
                  <a:schemeClr val="dk1"/>
                </a:solidFill>
                <a:latin typeface="Calibri"/>
                <a:ea typeface="Calibri"/>
                <a:cs typeface="Calibri"/>
                <a:sym typeface="Calibri"/>
              </a:rPr>
              <a:t>Decoupled Architecture:</a:t>
            </a:r>
            <a:r>
              <a:rPr lang="en">
                <a:solidFill>
                  <a:schemeClr val="dk1"/>
                </a:solidFill>
                <a:latin typeface="Calibri"/>
                <a:ea typeface="Calibri"/>
                <a:cs typeface="Calibri"/>
                <a:sym typeface="Calibri"/>
              </a:rPr>
              <a:t> Allows independent service development and deployment, improving fault tolerance and maintainability.</a:t>
            </a:r>
            <a:endParaRPr>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
                <a:solidFill>
                  <a:schemeClr val="dk1"/>
                </a:solidFill>
                <a:latin typeface="Calibri"/>
                <a:ea typeface="Calibri"/>
                <a:cs typeface="Calibri"/>
                <a:sym typeface="Calibri"/>
              </a:rPr>
              <a:t>Real-time Data Processing:</a:t>
            </a:r>
            <a:r>
              <a:rPr lang="en">
                <a:solidFill>
                  <a:schemeClr val="dk1"/>
                </a:solidFill>
                <a:latin typeface="Calibri"/>
                <a:ea typeface="Calibri"/>
                <a:cs typeface="Calibri"/>
                <a:sym typeface="Calibri"/>
              </a:rPr>
              <a:t> Facilitates real-time data streaming for timely insights and actions.</a:t>
            </a:r>
            <a:endParaRPr>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b="1" lang="en">
                <a:solidFill>
                  <a:schemeClr val="dk1"/>
                </a:solidFill>
                <a:latin typeface="Calibri"/>
                <a:ea typeface="Calibri"/>
                <a:cs typeface="Calibri"/>
                <a:sym typeface="Calibri"/>
              </a:rPr>
              <a:t>High Availability: </a:t>
            </a:r>
            <a:r>
              <a:rPr lang="en">
                <a:solidFill>
                  <a:schemeClr val="dk1"/>
                </a:solidFill>
                <a:latin typeface="Calibri"/>
                <a:ea typeface="Calibri"/>
                <a:cs typeface="Calibri"/>
                <a:sym typeface="Calibri"/>
              </a:rPr>
              <a:t>Maintains reliable performance through Kubernetes orchestration and Kafka’s distributed messaging.</a:t>
            </a:r>
            <a:endParaRPr>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3"/>
          <p:cNvSpPr txBox="1"/>
          <p:nvPr>
            <p:ph type="title"/>
          </p:nvPr>
        </p:nvSpPr>
        <p:spPr>
          <a:xfrm>
            <a:off x="311700" y="83425"/>
            <a:ext cx="8520600" cy="5727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sz="2400">
                <a:solidFill>
                  <a:srgbClr val="1155CC"/>
                </a:solidFill>
              </a:rPr>
              <a:t>Aksha’s compatibility with the cameras</a:t>
            </a:r>
            <a:endParaRPr sz="2400">
              <a:solidFill>
                <a:srgbClr val="1155CC"/>
              </a:solidFill>
            </a:endParaRPr>
          </a:p>
        </p:txBody>
      </p:sp>
      <p:graphicFrame>
        <p:nvGraphicFramePr>
          <p:cNvPr id="436" name="Google Shape;436;p53"/>
          <p:cNvGraphicFramePr/>
          <p:nvPr/>
        </p:nvGraphicFramePr>
        <p:xfrm>
          <a:off x="1851950" y="1417800"/>
          <a:ext cx="3000000" cy="3000000"/>
        </p:xfrm>
        <a:graphic>
          <a:graphicData uri="http://schemas.openxmlformats.org/drawingml/2006/table">
            <a:tbl>
              <a:tblPr>
                <a:noFill/>
                <a:tableStyleId>{20CF9525-2A75-40DB-808C-410FF838EE70}</a:tableStyleId>
              </a:tblPr>
              <a:tblGrid>
                <a:gridCol w="498075"/>
                <a:gridCol w="2042425"/>
                <a:gridCol w="2555350"/>
              </a:tblGrid>
              <a:tr h="381000">
                <a:tc>
                  <a:txBody>
                    <a:bodyPr/>
                    <a:lstStyle/>
                    <a:p>
                      <a:pPr indent="0" lvl="0" marL="0" rtl="0" algn="l">
                        <a:spcBef>
                          <a:spcPts val="0"/>
                        </a:spcBef>
                        <a:spcAft>
                          <a:spcPts val="0"/>
                        </a:spcAft>
                        <a:buNone/>
                      </a:pPr>
                      <a:r>
                        <a:rPr b="1" lang="en" sz="1300"/>
                        <a:t>Sr  </a:t>
                      </a:r>
                      <a:endParaRPr b="1" sz="1300"/>
                    </a:p>
                  </a:txBody>
                  <a:tcPr marT="91425" marB="91425" marR="91425" marL="91425"/>
                </a:tc>
                <a:tc>
                  <a:txBody>
                    <a:bodyPr/>
                    <a:lstStyle/>
                    <a:p>
                      <a:pPr indent="0" lvl="0" marL="0" rtl="0" algn="l">
                        <a:spcBef>
                          <a:spcPts val="0"/>
                        </a:spcBef>
                        <a:spcAft>
                          <a:spcPts val="0"/>
                        </a:spcAft>
                        <a:buNone/>
                      </a:pPr>
                      <a:r>
                        <a:rPr b="1" lang="en" sz="1300"/>
                        <a:t>Camera Make             </a:t>
                      </a:r>
                      <a:endParaRPr b="1" sz="1300"/>
                    </a:p>
                  </a:txBody>
                  <a:tcPr marT="91425" marB="91425" marR="91425" marL="91425"/>
                </a:tc>
                <a:tc>
                  <a:txBody>
                    <a:bodyPr/>
                    <a:lstStyle/>
                    <a:p>
                      <a:pPr indent="0" lvl="0" marL="0" rtl="0" algn="l">
                        <a:spcBef>
                          <a:spcPts val="0"/>
                        </a:spcBef>
                        <a:spcAft>
                          <a:spcPts val="0"/>
                        </a:spcAft>
                        <a:buNone/>
                      </a:pPr>
                      <a:r>
                        <a:rPr b="1" lang="en" sz="1300"/>
                        <a:t>Resolution</a:t>
                      </a:r>
                      <a:endParaRPr b="1" sz="1300"/>
                    </a:p>
                  </a:txBody>
                  <a:tcPr marT="91425" marB="91425" marR="91425" marL="91425"/>
                </a:tc>
              </a:tr>
              <a:tr h="381000">
                <a:tc>
                  <a:txBody>
                    <a:bodyPr/>
                    <a:lstStyle/>
                    <a:p>
                      <a:pPr indent="0" lvl="0" marL="0" rtl="0" algn="l">
                        <a:spcBef>
                          <a:spcPts val="0"/>
                        </a:spcBef>
                        <a:spcAft>
                          <a:spcPts val="0"/>
                        </a:spcAft>
                        <a:buNone/>
                      </a:pPr>
                      <a:r>
                        <a:rPr lang="en" sz="1300"/>
                        <a:t>1</a:t>
                      </a:r>
                      <a:endParaRPr sz="1300"/>
                    </a:p>
                  </a:txBody>
                  <a:tcPr marT="91425" marB="91425" marR="91425" marL="91425"/>
                </a:tc>
                <a:tc>
                  <a:txBody>
                    <a:bodyPr/>
                    <a:lstStyle/>
                    <a:p>
                      <a:pPr indent="0" lvl="0" marL="0" rtl="0" algn="l">
                        <a:spcBef>
                          <a:spcPts val="0"/>
                        </a:spcBef>
                        <a:spcAft>
                          <a:spcPts val="0"/>
                        </a:spcAft>
                        <a:buNone/>
                      </a:pPr>
                      <a:r>
                        <a:rPr lang="en" sz="1300"/>
                        <a:t>HikVision</a:t>
                      </a:r>
                      <a:endParaRPr sz="1300"/>
                    </a:p>
                  </a:txBody>
                  <a:tcPr marT="91425" marB="91425" marR="91425" marL="91425"/>
                </a:tc>
                <a:tc>
                  <a:txBody>
                    <a:bodyPr/>
                    <a:lstStyle/>
                    <a:p>
                      <a:pPr indent="0" lvl="0" marL="0" rtl="0" algn="l">
                        <a:spcBef>
                          <a:spcPts val="0"/>
                        </a:spcBef>
                        <a:spcAft>
                          <a:spcPts val="0"/>
                        </a:spcAft>
                        <a:buNone/>
                      </a:pPr>
                      <a:r>
                        <a:rPr lang="en" sz="1300"/>
                        <a:t>2 MP, 4MP</a:t>
                      </a:r>
                      <a:endParaRPr sz="1300"/>
                    </a:p>
                  </a:txBody>
                  <a:tcPr marT="91425" marB="91425" marR="91425" marL="91425"/>
                </a:tc>
              </a:tr>
              <a:tr h="381000">
                <a:tc>
                  <a:txBody>
                    <a:bodyPr/>
                    <a:lstStyle/>
                    <a:p>
                      <a:pPr indent="0" lvl="0" marL="0" rtl="0" algn="l">
                        <a:spcBef>
                          <a:spcPts val="0"/>
                        </a:spcBef>
                        <a:spcAft>
                          <a:spcPts val="0"/>
                        </a:spcAft>
                        <a:buNone/>
                      </a:pPr>
                      <a:r>
                        <a:rPr lang="en" sz="1300"/>
                        <a:t>2</a:t>
                      </a:r>
                      <a:endParaRPr sz="1300"/>
                    </a:p>
                  </a:txBody>
                  <a:tcPr marT="91425" marB="91425" marR="91425" marL="91425"/>
                </a:tc>
                <a:tc>
                  <a:txBody>
                    <a:bodyPr/>
                    <a:lstStyle/>
                    <a:p>
                      <a:pPr indent="0" lvl="0" marL="0" rtl="0" algn="l">
                        <a:spcBef>
                          <a:spcPts val="0"/>
                        </a:spcBef>
                        <a:spcAft>
                          <a:spcPts val="0"/>
                        </a:spcAft>
                        <a:buNone/>
                      </a:pPr>
                      <a:r>
                        <a:rPr lang="en" sz="1300"/>
                        <a:t>CPPlus</a:t>
                      </a:r>
                      <a:endParaRPr sz="1300"/>
                    </a:p>
                  </a:txBody>
                  <a:tcPr marT="91425" marB="91425" marR="91425" marL="91425"/>
                </a:tc>
                <a:tc>
                  <a:txBody>
                    <a:bodyPr/>
                    <a:lstStyle/>
                    <a:p>
                      <a:pPr indent="0" lvl="0" marL="0" rtl="0" algn="l">
                        <a:spcBef>
                          <a:spcPts val="0"/>
                        </a:spcBef>
                        <a:spcAft>
                          <a:spcPts val="0"/>
                        </a:spcAft>
                        <a:buNone/>
                      </a:pPr>
                      <a:r>
                        <a:rPr lang="en" sz="1300">
                          <a:solidFill>
                            <a:schemeClr val="dk1"/>
                          </a:solidFill>
                        </a:rPr>
                        <a:t>2 MP, 4MP</a:t>
                      </a:r>
                      <a:endParaRPr sz="1300"/>
                    </a:p>
                  </a:txBody>
                  <a:tcPr marT="91425" marB="91425" marR="91425" marL="91425"/>
                </a:tc>
              </a:tr>
              <a:tr h="381000">
                <a:tc>
                  <a:txBody>
                    <a:bodyPr/>
                    <a:lstStyle/>
                    <a:p>
                      <a:pPr indent="0" lvl="0" marL="0" rtl="0" algn="l">
                        <a:spcBef>
                          <a:spcPts val="0"/>
                        </a:spcBef>
                        <a:spcAft>
                          <a:spcPts val="0"/>
                        </a:spcAft>
                        <a:buNone/>
                      </a:pPr>
                      <a:r>
                        <a:rPr lang="en" sz="1300"/>
                        <a:t>3</a:t>
                      </a:r>
                      <a:endParaRPr sz="1300"/>
                    </a:p>
                  </a:txBody>
                  <a:tcPr marT="91425" marB="91425" marR="91425" marL="91425"/>
                </a:tc>
                <a:tc>
                  <a:txBody>
                    <a:bodyPr/>
                    <a:lstStyle/>
                    <a:p>
                      <a:pPr indent="0" lvl="0" marL="0" rtl="0" algn="l">
                        <a:spcBef>
                          <a:spcPts val="0"/>
                        </a:spcBef>
                        <a:spcAft>
                          <a:spcPts val="0"/>
                        </a:spcAft>
                        <a:buNone/>
                      </a:pPr>
                      <a:r>
                        <a:rPr lang="en" sz="1300"/>
                        <a:t>Dahua</a:t>
                      </a:r>
                      <a:endParaRPr sz="1300"/>
                    </a:p>
                  </a:txBody>
                  <a:tcPr marT="91425" marB="91425" marR="91425" marL="91425"/>
                </a:tc>
                <a:tc>
                  <a:txBody>
                    <a:bodyPr/>
                    <a:lstStyle/>
                    <a:p>
                      <a:pPr indent="0" lvl="0" marL="0" rtl="0" algn="l">
                        <a:spcBef>
                          <a:spcPts val="0"/>
                        </a:spcBef>
                        <a:spcAft>
                          <a:spcPts val="0"/>
                        </a:spcAft>
                        <a:buNone/>
                      </a:pPr>
                      <a:r>
                        <a:rPr lang="en" sz="1300">
                          <a:solidFill>
                            <a:schemeClr val="dk1"/>
                          </a:solidFill>
                        </a:rPr>
                        <a:t>2 MP, 4MP</a:t>
                      </a:r>
                      <a:endParaRPr sz="1300"/>
                    </a:p>
                  </a:txBody>
                  <a:tcPr marT="91425" marB="91425" marR="91425" marL="91425"/>
                </a:tc>
              </a:tr>
              <a:tr h="381000">
                <a:tc>
                  <a:txBody>
                    <a:bodyPr/>
                    <a:lstStyle/>
                    <a:p>
                      <a:pPr indent="0" lvl="0" marL="0" rtl="0" algn="l">
                        <a:spcBef>
                          <a:spcPts val="0"/>
                        </a:spcBef>
                        <a:spcAft>
                          <a:spcPts val="0"/>
                        </a:spcAft>
                        <a:buNone/>
                      </a:pPr>
                      <a:r>
                        <a:rPr lang="en" sz="1300"/>
                        <a:t>4</a:t>
                      </a:r>
                      <a:endParaRPr sz="1300"/>
                    </a:p>
                  </a:txBody>
                  <a:tcPr marT="91425" marB="91425" marR="91425" marL="91425"/>
                </a:tc>
                <a:tc>
                  <a:txBody>
                    <a:bodyPr/>
                    <a:lstStyle/>
                    <a:p>
                      <a:pPr indent="0" lvl="0" marL="0" rtl="0" algn="l">
                        <a:spcBef>
                          <a:spcPts val="0"/>
                        </a:spcBef>
                        <a:spcAft>
                          <a:spcPts val="0"/>
                        </a:spcAft>
                        <a:buNone/>
                      </a:pPr>
                      <a:r>
                        <a:rPr lang="en" sz="1300"/>
                        <a:t>Prama</a:t>
                      </a:r>
                      <a:endParaRPr sz="1300"/>
                    </a:p>
                  </a:txBody>
                  <a:tcPr marT="91425" marB="91425" marR="91425" marL="91425"/>
                </a:tc>
                <a:tc>
                  <a:txBody>
                    <a:bodyPr/>
                    <a:lstStyle/>
                    <a:p>
                      <a:pPr indent="0" lvl="0" marL="0" rtl="0" algn="l">
                        <a:spcBef>
                          <a:spcPts val="0"/>
                        </a:spcBef>
                        <a:spcAft>
                          <a:spcPts val="0"/>
                        </a:spcAft>
                        <a:buNone/>
                      </a:pPr>
                      <a:r>
                        <a:rPr lang="en" sz="1300">
                          <a:solidFill>
                            <a:schemeClr val="dk1"/>
                          </a:solidFill>
                        </a:rPr>
                        <a:t>2 MP, 4MP</a:t>
                      </a:r>
                      <a:endParaRPr sz="1300"/>
                    </a:p>
                  </a:txBody>
                  <a:tcPr marT="91425" marB="91425" marR="91425" marL="91425"/>
                </a:tc>
              </a:tr>
              <a:tr h="381000">
                <a:tc>
                  <a:txBody>
                    <a:bodyPr/>
                    <a:lstStyle/>
                    <a:p>
                      <a:pPr indent="0" lvl="0" marL="0" rtl="0" algn="l">
                        <a:spcBef>
                          <a:spcPts val="0"/>
                        </a:spcBef>
                        <a:spcAft>
                          <a:spcPts val="0"/>
                        </a:spcAft>
                        <a:buNone/>
                      </a:pPr>
                      <a:r>
                        <a:rPr lang="en" sz="1300"/>
                        <a:t>5</a:t>
                      </a:r>
                      <a:endParaRPr sz="1300"/>
                    </a:p>
                  </a:txBody>
                  <a:tcPr marT="91425" marB="91425" marR="91425" marL="91425"/>
                </a:tc>
                <a:tc>
                  <a:txBody>
                    <a:bodyPr/>
                    <a:lstStyle/>
                    <a:p>
                      <a:pPr indent="0" lvl="0" marL="0" rtl="0" algn="l">
                        <a:spcBef>
                          <a:spcPts val="0"/>
                        </a:spcBef>
                        <a:spcAft>
                          <a:spcPts val="0"/>
                        </a:spcAft>
                        <a:buNone/>
                      </a:pPr>
                      <a:r>
                        <a:rPr lang="en" sz="1300"/>
                        <a:t>Honeywell</a:t>
                      </a:r>
                      <a:endParaRPr sz="1300"/>
                    </a:p>
                  </a:txBody>
                  <a:tcPr marT="91425" marB="91425" marR="91425" marL="91425"/>
                </a:tc>
                <a:tc>
                  <a:txBody>
                    <a:bodyPr/>
                    <a:lstStyle/>
                    <a:p>
                      <a:pPr indent="0" lvl="0" marL="0" rtl="0" algn="l">
                        <a:spcBef>
                          <a:spcPts val="0"/>
                        </a:spcBef>
                        <a:spcAft>
                          <a:spcPts val="0"/>
                        </a:spcAft>
                        <a:buNone/>
                      </a:pPr>
                      <a:r>
                        <a:rPr lang="en" sz="1300">
                          <a:solidFill>
                            <a:schemeClr val="dk1"/>
                          </a:solidFill>
                        </a:rPr>
                        <a:t>2 MP, 4MP</a:t>
                      </a:r>
                      <a:endParaRPr sz="1300"/>
                    </a:p>
                  </a:txBody>
                  <a:tcPr marT="91425" marB="91425" marR="91425" marL="91425"/>
                </a:tc>
              </a:tr>
              <a:tr h="381000">
                <a:tc>
                  <a:txBody>
                    <a:bodyPr/>
                    <a:lstStyle/>
                    <a:p>
                      <a:pPr indent="0" lvl="0" marL="0" rtl="0" algn="l">
                        <a:spcBef>
                          <a:spcPts val="0"/>
                        </a:spcBef>
                        <a:spcAft>
                          <a:spcPts val="0"/>
                        </a:spcAft>
                        <a:buNone/>
                      </a:pPr>
                      <a:r>
                        <a:rPr lang="en" sz="1300"/>
                        <a:t>6</a:t>
                      </a:r>
                      <a:endParaRPr sz="1300"/>
                    </a:p>
                  </a:txBody>
                  <a:tcPr marT="91425" marB="91425" marR="91425" marL="91425"/>
                </a:tc>
                <a:tc>
                  <a:txBody>
                    <a:bodyPr/>
                    <a:lstStyle/>
                    <a:p>
                      <a:pPr indent="0" lvl="0" marL="0" rtl="0" algn="l">
                        <a:spcBef>
                          <a:spcPts val="0"/>
                        </a:spcBef>
                        <a:spcAft>
                          <a:spcPts val="0"/>
                        </a:spcAft>
                        <a:buNone/>
                      </a:pPr>
                      <a:r>
                        <a:rPr lang="en" sz="1300"/>
                        <a:t>T P Link</a:t>
                      </a:r>
                      <a:endParaRPr sz="1300"/>
                    </a:p>
                  </a:txBody>
                  <a:tcPr marT="91425" marB="91425" marR="91425" marL="91425"/>
                </a:tc>
                <a:tc>
                  <a:txBody>
                    <a:bodyPr/>
                    <a:lstStyle/>
                    <a:p>
                      <a:pPr indent="0" lvl="0" marL="0" rtl="0" algn="l">
                        <a:spcBef>
                          <a:spcPts val="0"/>
                        </a:spcBef>
                        <a:spcAft>
                          <a:spcPts val="0"/>
                        </a:spcAft>
                        <a:buNone/>
                      </a:pPr>
                      <a:r>
                        <a:rPr lang="en" sz="1300">
                          <a:solidFill>
                            <a:schemeClr val="dk1"/>
                          </a:solidFill>
                        </a:rPr>
                        <a:t>2 MP, 4MP</a:t>
                      </a:r>
                      <a:endParaRPr sz="1300"/>
                    </a:p>
                  </a:txBody>
                  <a:tcPr marT="91425" marB="91425" marR="91425" marL="91425"/>
                </a:tc>
              </a:tr>
              <a:tr h="381000">
                <a:tc>
                  <a:txBody>
                    <a:bodyPr/>
                    <a:lstStyle/>
                    <a:p>
                      <a:pPr indent="0" lvl="0" marL="0" rtl="0" algn="l">
                        <a:spcBef>
                          <a:spcPts val="0"/>
                        </a:spcBef>
                        <a:spcAft>
                          <a:spcPts val="0"/>
                        </a:spcAft>
                        <a:buNone/>
                      </a:pPr>
                      <a:r>
                        <a:rPr lang="en" sz="1300"/>
                        <a:t>7</a:t>
                      </a:r>
                      <a:endParaRPr sz="1300"/>
                    </a:p>
                  </a:txBody>
                  <a:tcPr marT="91425" marB="91425" marR="91425" marL="91425"/>
                </a:tc>
                <a:tc>
                  <a:txBody>
                    <a:bodyPr/>
                    <a:lstStyle/>
                    <a:p>
                      <a:pPr indent="0" lvl="0" marL="0" rtl="0" algn="l">
                        <a:spcBef>
                          <a:spcPts val="0"/>
                        </a:spcBef>
                        <a:spcAft>
                          <a:spcPts val="0"/>
                        </a:spcAft>
                        <a:buNone/>
                      </a:pPr>
                      <a:r>
                        <a:rPr lang="en" sz="1300"/>
                        <a:t>DLink</a:t>
                      </a:r>
                      <a:endParaRPr sz="1300"/>
                    </a:p>
                  </a:txBody>
                  <a:tcPr marT="91425" marB="91425" marR="91425" marL="91425"/>
                </a:tc>
                <a:tc>
                  <a:txBody>
                    <a:bodyPr/>
                    <a:lstStyle/>
                    <a:p>
                      <a:pPr indent="0" lvl="0" marL="0" rtl="0" algn="l">
                        <a:spcBef>
                          <a:spcPts val="0"/>
                        </a:spcBef>
                        <a:spcAft>
                          <a:spcPts val="0"/>
                        </a:spcAft>
                        <a:buNone/>
                      </a:pPr>
                      <a:r>
                        <a:rPr lang="en" sz="1300">
                          <a:solidFill>
                            <a:schemeClr val="dk1"/>
                          </a:solidFill>
                        </a:rPr>
                        <a:t>2 MP, 4MP</a:t>
                      </a:r>
                      <a:endParaRPr sz="1300"/>
                    </a:p>
                  </a:txBody>
                  <a:tcPr marT="91425" marB="91425" marR="91425" marL="91425"/>
                </a:tc>
              </a:tr>
            </a:tbl>
          </a:graphicData>
        </a:graphic>
      </p:graphicFrame>
      <p:sp>
        <p:nvSpPr>
          <p:cNvPr id="437" name="Google Shape;437;p53"/>
          <p:cNvSpPr txBox="1"/>
          <p:nvPr/>
        </p:nvSpPr>
        <p:spPr>
          <a:xfrm>
            <a:off x="253900" y="656125"/>
            <a:ext cx="8762400" cy="37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Calibri"/>
                <a:ea typeface="Calibri"/>
                <a:cs typeface="Calibri"/>
                <a:sym typeface="Calibri"/>
              </a:rPr>
              <a:t>Aksha is compatible with any standard CCTV camera that provides RTSP link for connection. A few examples (but not limited to these) are:</a:t>
            </a:r>
            <a:endParaRPr sz="1800">
              <a:solidFill>
                <a:schemeClr val="dk2"/>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4"/>
          <p:cNvSpPr txBox="1"/>
          <p:nvPr>
            <p:ph type="title"/>
          </p:nvPr>
        </p:nvSpPr>
        <p:spPr>
          <a:xfrm>
            <a:off x="161688" y="42577"/>
            <a:ext cx="8229300" cy="85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400"/>
              <a:buNone/>
            </a:pPr>
            <a:r>
              <a:rPr lang="en" sz="2400">
                <a:solidFill>
                  <a:srgbClr val="1155CC"/>
                </a:solidFill>
              </a:rPr>
              <a:t>What our customers have to say</a:t>
            </a:r>
            <a:endParaRPr sz="3100">
              <a:solidFill>
                <a:srgbClr val="1155CC"/>
              </a:solidFill>
            </a:endParaRPr>
          </a:p>
        </p:txBody>
      </p:sp>
      <p:sp>
        <p:nvSpPr>
          <p:cNvPr id="443" name="Google Shape;443;p54"/>
          <p:cNvSpPr/>
          <p:nvPr/>
        </p:nvSpPr>
        <p:spPr>
          <a:xfrm>
            <a:off x="161688" y="812409"/>
            <a:ext cx="4526400" cy="1635300"/>
          </a:xfrm>
          <a:prstGeom prst="wedgeRectCallout">
            <a:avLst>
              <a:gd fmla="val -20833" name="adj1"/>
              <a:gd fmla="val 62500" name="adj2"/>
            </a:avLst>
          </a:prstGeom>
          <a:solidFill>
            <a:schemeClr val="lt1"/>
          </a:solidFill>
          <a:ln cap="flat" cmpd="sng" w="25400">
            <a:solidFill>
              <a:srgbClr val="31538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accent1"/>
                </a:solidFill>
                <a:latin typeface="Arial"/>
                <a:ea typeface="Arial"/>
                <a:cs typeface="Arial"/>
                <a:sym typeface="Arial"/>
              </a:rPr>
              <a:t>Aksha has empowered our investments into the CCTV setup. Human monitoring efforts have reduced a lot. The ability to detect abnormal unforeseen events along with specific important entities without a lot of CAPEX is wonderful.</a:t>
            </a:r>
            <a:endParaRPr b="0" i="0" sz="1100" u="none" cap="none" strike="noStrike">
              <a:solidFill>
                <a:srgbClr val="000000"/>
              </a:solidFill>
              <a:latin typeface="Arial"/>
              <a:ea typeface="Arial"/>
              <a:cs typeface="Arial"/>
              <a:sym typeface="Arial"/>
            </a:endParaRPr>
          </a:p>
        </p:txBody>
      </p:sp>
      <p:pic>
        <p:nvPicPr>
          <p:cNvPr id="444" name="Google Shape;444;p54"/>
          <p:cNvPicPr preferRelativeResize="0"/>
          <p:nvPr/>
        </p:nvPicPr>
        <p:blipFill rotWithShape="1">
          <a:blip r:embed="rId3">
            <a:alphaModFix/>
          </a:blip>
          <a:srcRect b="0" l="0" r="0" t="0"/>
          <a:stretch/>
        </p:blipFill>
        <p:spPr>
          <a:xfrm>
            <a:off x="1679496" y="2580704"/>
            <a:ext cx="892969" cy="414338"/>
          </a:xfrm>
          <a:prstGeom prst="rect">
            <a:avLst/>
          </a:prstGeom>
          <a:noFill/>
          <a:ln>
            <a:noFill/>
          </a:ln>
        </p:spPr>
      </p:pic>
      <p:sp>
        <p:nvSpPr>
          <p:cNvPr id="445" name="Google Shape;445;p54"/>
          <p:cNvSpPr/>
          <p:nvPr/>
        </p:nvSpPr>
        <p:spPr>
          <a:xfrm>
            <a:off x="2572465" y="2599838"/>
            <a:ext cx="17277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333333"/>
                </a:solidFill>
                <a:latin typeface="Arial"/>
                <a:ea typeface="Arial"/>
                <a:cs typeface="Arial"/>
                <a:sym typeface="Arial"/>
              </a:rPr>
              <a:t>COO, Sharada Industries</a:t>
            </a:r>
            <a:endParaRPr b="1" i="0" sz="1100" u="none" cap="none" strike="noStrike">
              <a:solidFill>
                <a:srgbClr val="000000"/>
              </a:solidFill>
              <a:latin typeface="Arial"/>
              <a:ea typeface="Arial"/>
              <a:cs typeface="Arial"/>
              <a:sym typeface="Arial"/>
            </a:endParaRPr>
          </a:p>
        </p:txBody>
      </p:sp>
      <p:sp>
        <p:nvSpPr>
          <p:cNvPr id="446" name="Google Shape;446;p54"/>
          <p:cNvSpPr/>
          <p:nvPr/>
        </p:nvSpPr>
        <p:spPr>
          <a:xfrm>
            <a:off x="3864738" y="2897134"/>
            <a:ext cx="4526400" cy="1635300"/>
          </a:xfrm>
          <a:prstGeom prst="wedgeRectCallout">
            <a:avLst>
              <a:gd fmla="val -20833" name="adj1"/>
              <a:gd fmla="val 62500" name="adj2"/>
            </a:avLst>
          </a:prstGeom>
          <a:solidFill>
            <a:schemeClr val="lt1"/>
          </a:solidFill>
          <a:ln cap="flat" cmpd="sng" w="25400">
            <a:solidFill>
              <a:srgbClr val="31538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accent1"/>
                </a:solidFill>
                <a:latin typeface="Arial"/>
                <a:ea typeface="Arial"/>
                <a:cs typeface="Arial"/>
                <a:sym typeface="Arial"/>
              </a:rPr>
              <a:t>Aksha has given us a different outlook into how CCTV can be used. The ability to detect abnormal events and then highlighting them has been really useful. It has also been eye opening w.r.t. what all scenarios can be highlighted and avoided. We are looking forward to the new updates and innovations in the pipeline from Aksha</a:t>
            </a:r>
            <a:endParaRPr b="0" i="0" sz="1100" u="none" cap="none" strike="noStrike">
              <a:solidFill>
                <a:srgbClr val="000000"/>
              </a:solidFill>
              <a:latin typeface="Arial"/>
              <a:ea typeface="Arial"/>
              <a:cs typeface="Arial"/>
              <a:sym typeface="Arial"/>
            </a:endParaRPr>
          </a:p>
        </p:txBody>
      </p:sp>
      <p:pic>
        <p:nvPicPr>
          <p:cNvPr id="447" name="Google Shape;447;p54"/>
          <p:cNvPicPr preferRelativeResize="0"/>
          <p:nvPr/>
        </p:nvPicPr>
        <p:blipFill rotWithShape="1">
          <a:blip r:embed="rId4">
            <a:alphaModFix/>
          </a:blip>
          <a:srcRect b="0" l="0" r="0" t="0"/>
          <a:stretch/>
        </p:blipFill>
        <p:spPr>
          <a:xfrm>
            <a:off x="5500798" y="4641764"/>
            <a:ext cx="951183" cy="443885"/>
          </a:xfrm>
          <a:prstGeom prst="rect">
            <a:avLst/>
          </a:prstGeom>
          <a:noFill/>
          <a:ln>
            <a:noFill/>
          </a:ln>
        </p:spPr>
      </p:pic>
      <p:sp>
        <p:nvSpPr>
          <p:cNvPr id="448" name="Google Shape;448;p54"/>
          <p:cNvSpPr/>
          <p:nvPr/>
        </p:nvSpPr>
        <p:spPr>
          <a:xfrm>
            <a:off x="6325644" y="4748290"/>
            <a:ext cx="16521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333333"/>
                </a:solidFill>
                <a:latin typeface="Arial"/>
                <a:ea typeface="Arial"/>
                <a:cs typeface="Arial"/>
                <a:sym typeface="Arial"/>
              </a:rPr>
              <a:t>Partner, United Toolkits</a:t>
            </a:r>
            <a:endParaRPr b="1" i="0" sz="11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5"/>
          <p:cNvSpPr txBox="1"/>
          <p:nvPr>
            <p:ph type="title"/>
          </p:nvPr>
        </p:nvSpPr>
        <p:spPr>
          <a:xfrm>
            <a:off x="216898" y="117277"/>
            <a:ext cx="8229300" cy="85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2600"/>
              <a:buFont typeface="Arial"/>
              <a:buNone/>
            </a:pPr>
            <a:r>
              <a:rPr lang="en" sz="2600">
                <a:solidFill>
                  <a:srgbClr val="1155CC"/>
                </a:solidFill>
              </a:rPr>
              <a:t>For more on AKSHA</a:t>
            </a:r>
            <a:endParaRPr sz="2600">
              <a:solidFill>
                <a:srgbClr val="1155CC"/>
              </a:solidFill>
            </a:endParaRPr>
          </a:p>
        </p:txBody>
      </p:sp>
      <p:sp>
        <p:nvSpPr>
          <p:cNvPr id="454" name="Google Shape;454;p55"/>
          <p:cNvSpPr/>
          <p:nvPr/>
        </p:nvSpPr>
        <p:spPr>
          <a:xfrm>
            <a:off x="3221024" y="309975"/>
            <a:ext cx="1036200" cy="4731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2600"/>
              <a:buFont typeface="Arial"/>
              <a:buNone/>
            </a:pPr>
            <a:r>
              <a:rPr b="1" i="0" lang="en" sz="2600" u="none" cap="none" strike="noStrike">
                <a:solidFill>
                  <a:srgbClr val="000000"/>
                </a:solidFill>
                <a:latin typeface="Arial"/>
                <a:ea typeface="Arial"/>
                <a:cs typeface="Arial"/>
                <a:sym typeface="Arial"/>
              </a:rPr>
              <a:t>(अक्ष)</a:t>
            </a:r>
            <a:endParaRPr b="1" i="0" sz="2600" u="none" cap="none" strike="noStrike">
              <a:solidFill>
                <a:schemeClr val="dk1"/>
              </a:solidFill>
              <a:latin typeface="Arial"/>
              <a:ea typeface="Arial"/>
              <a:cs typeface="Arial"/>
              <a:sym typeface="Arial"/>
            </a:endParaRPr>
          </a:p>
        </p:txBody>
      </p:sp>
      <p:sp>
        <p:nvSpPr>
          <p:cNvPr id="455" name="Google Shape;455;p55"/>
          <p:cNvSpPr txBox="1"/>
          <p:nvPr/>
        </p:nvSpPr>
        <p:spPr>
          <a:xfrm>
            <a:off x="96715" y="1222131"/>
            <a:ext cx="8968200" cy="2439600"/>
          </a:xfrm>
          <a:prstGeom prst="rect">
            <a:avLst/>
          </a:prstGeom>
          <a:noFill/>
          <a:ln>
            <a:noFill/>
          </a:ln>
        </p:spPr>
        <p:txBody>
          <a:bodyPr anchorCtr="0" anchor="t" bIns="34275" lIns="68575" spcFirstLastPara="1" rIns="68575" wrap="square" tIns="34275">
            <a:spAutoFit/>
          </a:bodyPr>
          <a:lstStyle/>
          <a:p>
            <a:pPr indent="-215900" lvl="0" marL="215900" marR="0" rtl="0" algn="ctr">
              <a:lnSpc>
                <a:spcPct val="100000"/>
              </a:lnSpc>
              <a:spcBef>
                <a:spcPts val="0"/>
              </a:spcBef>
              <a:spcAft>
                <a:spcPts val="0"/>
              </a:spcAft>
              <a:buClr>
                <a:schemeClr val="dk1"/>
              </a:buClr>
              <a:buSzPts val="1400"/>
              <a:buFont typeface="Noto Sans Symbols"/>
              <a:buChar char="▪"/>
            </a:pPr>
            <a:r>
              <a:rPr b="1" i="0" lang="en" sz="1400" u="none" cap="none" strike="noStrike">
                <a:solidFill>
                  <a:schemeClr val="dk1"/>
                </a:solidFill>
                <a:latin typeface="Arial"/>
                <a:ea typeface="Arial"/>
                <a:cs typeface="Arial"/>
                <a:sym typeface="Arial"/>
              </a:rPr>
              <a:t>Visit on below link</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 sz="1200" u="sng" cap="none" strike="noStrike">
                <a:solidFill>
                  <a:schemeClr val="dk1"/>
                </a:solidFill>
                <a:latin typeface="Arial"/>
                <a:ea typeface="Arial"/>
                <a:cs typeface="Arial"/>
                <a:sym typeface="Arial"/>
                <a:hlinkClick r:id="rId3">
                  <a:extLst>
                    <a:ext uri="{A12FA001-AC4F-418D-AE19-62706E023703}">
                      <ahyp:hlinkClr val="tx"/>
                    </a:ext>
                  </a:extLst>
                </a:hlinkClick>
              </a:rPr>
              <a:t>https://aksha.algoanalytics.com/</a:t>
            </a:r>
            <a:endParaRPr b="0" i="0" sz="1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215900" lvl="0" marL="215900" marR="0" rtl="0" algn="ctr">
              <a:lnSpc>
                <a:spcPct val="100000"/>
              </a:lnSpc>
              <a:spcBef>
                <a:spcPts val="0"/>
              </a:spcBef>
              <a:spcAft>
                <a:spcPts val="0"/>
              </a:spcAft>
              <a:buClr>
                <a:schemeClr val="dk1"/>
              </a:buClr>
              <a:buSzPts val="1400"/>
              <a:buFont typeface="Noto Sans Symbols"/>
              <a:buChar char="▪"/>
            </a:pPr>
            <a:r>
              <a:rPr b="1" i="0" lang="en" sz="1400" u="none" cap="none" strike="noStrike">
                <a:solidFill>
                  <a:schemeClr val="dk1"/>
                </a:solidFill>
                <a:latin typeface="Arial"/>
                <a:ea typeface="Arial"/>
                <a:cs typeface="Arial"/>
                <a:sym typeface="Arial"/>
              </a:rPr>
              <a:t>Contact Us on</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 sz="1200" u="sng" cap="none" strike="noStrike">
                <a:solidFill>
                  <a:schemeClr val="dk1"/>
                </a:solidFill>
                <a:latin typeface="Arial"/>
                <a:ea typeface="Arial"/>
                <a:cs typeface="Arial"/>
                <a:sym typeface="Arial"/>
                <a:hlinkClick r:id="rId4">
                  <a:extLst>
                    <a:ext uri="{A12FA001-AC4F-418D-AE19-62706E023703}">
                      <ahyp:hlinkClr val="tx"/>
                    </a:ext>
                  </a:extLst>
                </a:hlinkClick>
              </a:rPr>
              <a:t>aksha@algoanalytics.com</a:t>
            </a:r>
            <a:endParaRPr b="0" i="0" sz="1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215900" lvl="0" marL="215900" marR="0" rtl="0" algn="ctr">
              <a:lnSpc>
                <a:spcPct val="100000"/>
              </a:lnSpc>
              <a:spcBef>
                <a:spcPts val="0"/>
              </a:spcBef>
              <a:spcAft>
                <a:spcPts val="0"/>
              </a:spcAft>
              <a:buClr>
                <a:schemeClr val="dk1"/>
              </a:buClr>
              <a:buSzPts val="1400"/>
              <a:buFont typeface="Noto Sans Symbols"/>
              <a:buChar char="▪"/>
            </a:pPr>
            <a:r>
              <a:rPr b="1" i="0" lang="en" sz="1400" u="none" cap="none" strike="noStrike">
                <a:solidFill>
                  <a:schemeClr val="dk1"/>
                </a:solidFill>
                <a:latin typeface="Arial"/>
                <a:ea typeface="Arial"/>
                <a:cs typeface="Arial"/>
                <a:sym typeface="Arial"/>
              </a:rPr>
              <a:t>Visit our office at</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Alacrity India Innovation Centre, </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Ideas to Impacts Building,</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Pallod Farm Lane 3, Baner Road,</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Pune 411045</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Landmark : Near Vijay Sales</a:t>
            </a:r>
            <a:endParaRPr b="0" i="0" sz="1100" u="none" cap="none" strike="noStrike">
              <a:solidFill>
                <a:srgbClr val="000000"/>
              </a:solidFill>
              <a:latin typeface="Arial"/>
              <a:ea typeface="Arial"/>
              <a:cs typeface="Arial"/>
              <a:sym typeface="Arial"/>
            </a:endParaRPr>
          </a:p>
        </p:txBody>
      </p:sp>
      <p:pic>
        <p:nvPicPr>
          <p:cNvPr id="456" name="Google Shape;456;p55"/>
          <p:cNvPicPr preferRelativeResize="0"/>
          <p:nvPr/>
        </p:nvPicPr>
        <p:blipFill rotWithShape="1">
          <a:blip r:embed="rId5">
            <a:alphaModFix/>
          </a:blip>
          <a:srcRect b="0" l="0" r="0" t="0"/>
          <a:stretch/>
        </p:blipFill>
        <p:spPr>
          <a:xfrm>
            <a:off x="96715" y="3997350"/>
            <a:ext cx="1155872" cy="11461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6"/>
          <p:cNvSpPr txBox="1"/>
          <p:nvPr>
            <p:ph type="title"/>
          </p:nvPr>
        </p:nvSpPr>
        <p:spPr>
          <a:xfrm>
            <a:off x="430606" y="205200"/>
            <a:ext cx="35244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solidFill>
                  <a:srgbClr val="1155CC"/>
                </a:solidFill>
              </a:rPr>
              <a:t>Appendix</a:t>
            </a:r>
            <a:endParaRPr>
              <a:solidFill>
                <a:srgbClr val="1155CC"/>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7"/>
          <p:cNvSpPr txBox="1"/>
          <p:nvPr>
            <p:ph idx="4294967295" type="title"/>
          </p:nvPr>
        </p:nvSpPr>
        <p:spPr>
          <a:xfrm>
            <a:off x="282925" y="17657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2600">
                <a:solidFill>
                  <a:srgbClr val="1155CC"/>
                </a:solidFill>
              </a:rPr>
              <a:t>Aksha installation steps</a:t>
            </a:r>
            <a:endParaRPr sz="2600">
              <a:solidFill>
                <a:srgbClr val="1155CC"/>
              </a:solidFill>
            </a:endParaRPr>
          </a:p>
        </p:txBody>
      </p:sp>
      <p:pic>
        <p:nvPicPr>
          <p:cNvPr id="467" name="Google Shape;467;p57"/>
          <p:cNvPicPr preferRelativeResize="0"/>
          <p:nvPr/>
        </p:nvPicPr>
        <p:blipFill rotWithShape="1">
          <a:blip r:embed="rId3">
            <a:alphaModFix/>
          </a:blip>
          <a:srcRect b="15285" l="0" r="0" t="11260"/>
          <a:stretch/>
        </p:blipFill>
        <p:spPr>
          <a:xfrm>
            <a:off x="944250" y="3450350"/>
            <a:ext cx="1444825" cy="1061325"/>
          </a:xfrm>
          <a:prstGeom prst="rect">
            <a:avLst/>
          </a:prstGeom>
          <a:noFill/>
          <a:ln>
            <a:noFill/>
          </a:ln>
        </p:spPr>
      </p:pic>
      <p:pic>
        <p:nvPicPr>
          <p:cNvPr id="468" name="Google Shape;468;p57"/>
          <p:cNvPicPr preferRelativeResize="0"/>
          <p:nvPr/>
        </p:nvPicPr>
        <p:blipFill>
          <a:blip r:embed="rId4">
            <a:alphaModFix/>
          </a:blip>
          <a:stretch>
            <a:fillRect/>
          </a:stretch>
        </p:blipFill>
        <p:spPr>
          <a:xfrm>
            <a:off x="595088" y="1307225"/>
            <a:ext cx="2143125" cy="2143125"/>
          </a:xfrm>
          <a:prstGeom prst="rect">
            <a:avLst/>
          </a:prstGeom>
          <a:noFill/>
          <a:ln>
            <a:noFill/>
          </a:ln>
        </p:spPr>
      </p:pic>
      <p:pic>
        <p:nvPicPr>
          <p:cNvPr id="469" name="Google Shape;469;p57"/>
          <p:cNvPicPr preferRelativeResize="0"/>
          <p:nvPr/>
        </p:nvPicPr>
        <p:blipFill>
          <a:blip r:embed="rId5">
            <a:alphaModFix/>
          </a:blip>
          <a:stretch>
            <a:fillRect/>
          </a:stretch>
        </p:blipFill>
        <p:spPr>
          <a:xfrm>
            <a:off x="6087663" y="1872450"/>
            <a:ext cx="2505075" cy="1819275"/>
          </a:xfrm>
          <a:prstGeom prst="rect">
            <a:avLst/>
          </a:prstGeom>
          <a:noFill/>
          <a:ln>
            <a:noFill/>
          </a:ln>
        </p:spPr>
      </p:pic>
      <p:sp>
        <p:nvSpPr>
          <p:cNvPr id="470" name="Google Shape;470;p57"/>
          <p:cNvSpPr/>
          <p:nvPr/>
        </p:nvSpPr>
        <p:spPr>
          <a:xfrm>
            <a:off x="3569375" y="2417150"/>
            <a:ext cx="1718100" cy="659100"/>
          </a:xfrm>
          <a:prstGeom prst="roundRect">
            <a:avLst>
              <a:gd fmla="val 16667" name="adj"/>
            </a:avLst>
          </a:prstGeom>
          <a:solidFill>
            <a:schemeClr val="lt1"/>
          </a:solidFill>
          <a:ln cap="flat" cmpd="sng" w="9525">
            <a:solidFill>
              <a:srgbClr val="43434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t>In the same network</a:t>
            </a:r>
            <a:endParaRPr sz="1500"/>
          </a:p>
        </p:txBody>
      </p:sp>
      <p:sp>
        <p:nvSpPr>
          <p:cNvPr id="471" name="Google Shape;471;p57"/>
          <p:cNvSpPr txBox="1"/>
          <p:nvPr/>
        </p:nvSpPr>
        <p:spPr>
          <a:xfrm>
            <a:off x="1349350" y="3025450"/>
            <a:ext cx="551400" cy="3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OR</a:t>
            </a:r>
            <a:endParaRPr sz="1200">
              <a:solidFill>
                <a:schemeClr val="dk1"/>
              </a:solidFill>
            </a:endParaRPr>
          </a:p>
        </p:txBody>
      </p:sp>
      <p:sp>
        <p:nvSpPr>
          <p:cNvPr id="472" name="Google Shape;472;p57"/>
          <p:cNvSpPr/>
          <p:nvPr/>
        </p:nvSpPr>
        <p:spPr>
          <a:xfrm>
            <a:off x="2812725" y="2676950"/>
            <a:ext cx="719400" cy="210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3" name="Google Shape;473;p57"/>
          <p:cNvSpPr/>
          <p:nvPr/>
        </p:nvSpPr>
        <p:spPr>
          <a:xfrm>
            <a:off x="5327863" y="2676950"/>
            <a:ext cx="719400" cy="210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 name="Google Shape;474;p57"/>
          <p:cNvSpPr txBox="1"/>
          <p:nvPr/>
        </p:nvSpPr>
        <p:spPr>
          <a:xfrm>
            <a:off x="282925" y="696450"/>
            <a:ext cx="6500100" cy="3771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AutoNum type="arabicPeriod"/>
            </a:pPr>
            <a:r>
              <a:rPr lang="en" sz="1500">
                <a:solidFill>
                  <a:schemeClr val="dk1"/>
                </a:solidFill>
              </a:rPr>
              <a:t>Get the Camera RTSP links</a:t>
            </a:r>
            <a:endParaRPr sz="1500">
              <a:solidFill>
                <a:schemeClr val="dk1"/>
              </a:solidFill>
            </a:endParaRPr>
          </a:p>
        </p:txBody>
      </p:sp>
      <p:sp>
        <p:nvSpPr>
          <p:cNvPr id="475" name="Google Shape;475;p57"/>
          <p:cNvSpPr txBox="1"/>
          <p:nvPr/>
        </p:nvSpPr>
        <p:spPr>
          <a:xfrm>
            <a:off x="282925" y="1082825"/>
            <a:ext cx="76608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rPr>
              <a:t> 2.    Install Aksha on Edge device which is in the same network with DVR/NVR</a:t>
            </a:r>
            <a:endParaRPr sz="1500">
              <a:solidFill>
                <a:schemeClr val="dk1"/>
              </a:solidFill>
            </a:endParaRPr>
          </a:p>
          <a:p>
            <a:pPr indent="0" lvl="0" marL="0" rtl="0" algn="l">
              <a:spcBef>
                <a:spcPts val="0"/>
              </a:spcBef>
              <a:spcAft>
                <a:spcPts val="0"/>
              </a:spcAft>
              <a:buNone/>
            </a:pPr>
            <a:r>
              <a:t/>
            </a:r>
            <a:endParaRPr sz="15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
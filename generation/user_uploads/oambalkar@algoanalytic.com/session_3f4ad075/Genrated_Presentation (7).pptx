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Technical Approach to AI-Powered Data Accessibility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Overview of FloatChat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g_oambalkar@algoanalytic.com_session_16d1e6d4_20251119_015633_673d34a4_unit3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931920" cy="2834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FloatChat is an AI-powered conversational interface designed for ARGO ocean data discovery and visualization.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Utilizes advanced technologies including Python, FastAPI, and MySQL for robust performance.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Empowers users to access complex oceanographic data without needing programming skills, democratizing data access.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Addressing Technical and Market Risks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Enhancing AI accuracy through advanced prompt engineering and a validation layer to ensure SQL correctness.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Engaging with the scientific community to build trust and ensure the tool meets rigorous standards.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Implementing a monitoring system for external services to mitigate operational risks and improve reliability.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Unique Value Propositions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Democratized Data Access: Enables users to interact with scientific data without coding.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Accelerated Time-to-Insight: Reduces data analysis time from hours to seconds.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Zero Learning Curve: Intuitive interface eliminates the need for complex query languages.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Impacts and Benefits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Supports advanced AI-driven oceanographic studies, enhancing research capabilities.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Facilitates evidence-based decision-making for marine conservation and climate policy.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Transforms education by providing interactive tools for students and educators to engage with real-world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Feasibility and Scalability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Technical feasibility confirmed with a scalable architecture capable of handling large datasets.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Market demand is high for tools simplifying access to complex scientific data, with few competitors offering similar solutions.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Operational feasibility supported by a skilled team and a clear maintenance strategy for ongoing success.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
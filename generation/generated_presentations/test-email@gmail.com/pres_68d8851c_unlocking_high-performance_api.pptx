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Unlocking High-Performance API Development with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to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FastAPI is a modern web framework designed for high-performance API development in Python.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It leverages asynchronous programming and type hints to enhance developer productivity and application performance.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FastAPI addresses historical performance constraints of Python in web backend development, making it competitive with frameworks like Node.js and 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Built on Starlette for routing and Uvicorn as its ASGI server, enabling high throughput and responsiveness.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asynchronous code execution with 'async' and 'await', optimizing I/O-bound tasks like database queries and API calls.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Utilizes Pydantic for data validation and settings management, ensuring data integrity and reducing boilerplate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Ideal for microservices and real-time applications, FastAPI meets the demands for low latency and high concurrency.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Automatic generation of interactive API documentation enhances team collaboration and client integration.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Reduces development time and costs by minimizing manual data validation and error handling, improving overall code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 of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Enables rapid development of scalable APIs that can handle high traffic and complex data interactions.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Facilitates the creation of robust microservices architectures, essential for modern cloud-based applications.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integration with existing Python data science and machine learning workflows, leveraging Python's strengths in these areas.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Conclusion: The Future with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FastAPI represents a significant advancement in Python web frameworks, combining speed, safety, and developer-friendliness.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Its adherence to open standards and automatic documentation generation positions it as a leader in API development.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As organizations increasingly adopt microservices, FastAPI will be crucial in bridging Python's capabilities with modern web infrastructure demands.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
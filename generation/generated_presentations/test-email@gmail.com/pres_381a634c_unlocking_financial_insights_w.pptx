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Unlocking Financial Insights with AlgoFabric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Overview of AlgoFabric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3_img_003_9fc3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AI-powered SaaS platform designed to provide comprehensive financial insights.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Utilizes advanced Natural Language Processing (NLP) and numerical data analysis.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Focuses on delivering actionable recommendations for stock trading and investment.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Key Features of AlgoFabric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2_img_001_f9f8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Real-time news aggregation and sentiment analysis to inform trading decisions.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Dashboard for monitoring backend performance, facilitating quick issue resolution.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Stock picking and recommendation strategies based on historical performance and market trends.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Generalization and Adaptability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8_img_005_c721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Designed to be adaptable across various domains including sports, politics, and education.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Feature extraction techniques applicable to diverse datasets for broader insights.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User interface components can be customized for different applications, enhancing usability.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Upcoming Features and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11_img_000_14d7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Integration of mutual fund investment composition display for better asset management.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Expansion of company portfolio in alignment with stock picking strategies.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Deployment of small language models for faster, real-time insights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Business Value and Competitive Edge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3_img_000_274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Provides a 360-degree view of investment opportunities with timely updates.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Enhances decision-making through data-driven insights and AI-based recommendations.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Empowers users to track market trends and corporate actions effectively.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
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Unlocking Financial Insights with Algofabric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Overview of Algofabric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AI-powered financial insights platform designed for traders and investors.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Combines contextual and numerical data analysis for informed decision-making.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Real-time access to diverse data types including news, social media, and market trends.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67797"/>
            <a:ext cx="4814681" cy="232240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59237"/>
            <a:ext cx="4631801" cy="21395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Features of Algofabric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Intelligent stock insights powered by advanced NLP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Dashboard for monitoring backend tasks, enhancing debugging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Mutual fund investment composition display for comprehensive asset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705727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02_img_001_f9f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4522847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Practical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Facilitates stock picking and recommendation strategies based on real-time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Generates insights from news articles, enabling quick adaptation to market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Tracks daily price movements and identifies top gainers and losers for strategic investment.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59947"/>
            <a:ext cx="4814681" cy="233810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51387"/>
            <a:ext cx="4631801" cy="21552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Business Value Proposition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Empowers users with a 360-degree view of stock performance and market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Enhances competitive edge through data-driven insights and personalized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Supports risk analysis and sentiment trends to inform investment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2009515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14_img_002_74e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1826635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Developments and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Ongoing expansion of the Algofabric portfolio to include more companies.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Integration of advanced features for enhanced user experience and functionality.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• Commitment to continuous improvement and adaptation to evolving market needs.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641301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4458421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
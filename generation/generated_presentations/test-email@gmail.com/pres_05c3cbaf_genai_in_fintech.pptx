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FullWidthBackground"/>
          <p:cNvSpPr/>
          <p:nvPr/>
        </p:nvSpPr>
        <p:spPr>
          <a:xfrm>
            <a:off x="0" y="0"/>
            <a:ext cx="12188952" cy="6858000"/>
          </a:xfrm>
          <a:rect/>
          <a:solidFill>
            <a:srgbClr val="F5F5F5"/>
          </a:solidFill>
          <a:ln w="0"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FullWidthBackground"/>
          <p:cNvSpPr/>
          <p:nvPr/>
        </p:nvSpPr>
        <p:spPr>
          <a:xfrm>
            <a:off x="0" y="0"/>
            <a:ext cx="12188952" cy="6858000"/>
          </a:xfrm>
          <a:rect/>
          <a:solidFill>
            <a:srgbClr val="F5F5F5"/>
          </a:soli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914400" y="0"/>
            <a:ext cx="10360152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GenAI in Fintech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FullWidthBackground"/>
          <p:cNvSpPr/>
          <p:nvPr/>
        </p:nvSpPr>
        <p:spPr>
          <a:xfrm>
            <a:off x="0" y="0"/>
            <a:ext cx="12188952" cy="6858000"/>
          </a:xfrm>
          <a:rect/>
          <a:solidFill>
            <a:srgbClr val="F5F5F5"/>
          </a:soli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Overview of GenAI Applications in Fintech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3258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Generative AI is transforming various segments of the Fintech industry, enhancing operational efficiency.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42316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Key applications include compliance and fraud detection, customer service automation, and predictive analytics.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352044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GenAI enables the creation of synthetic data, improving model training while addressing data privacy concerns.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37790" y="46177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The technology supports customer behavioral analytics, credit scoring, and wealth management solutions.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FullWidthBackground"/>
          <p:cNvSpPr/>
          <p:nvPr/>
        </p:nvSpPr>
        <p:spPr>
          <a:xfrm>
            <a:off x="0" y="0"/>
            <a:ext cx="12188952" cy="6858000"/>
          </a:xfrm>
          <a:rect/>
          <a:solidFill>
            <a:srgbClr val="F5F5F5"/>
          </a:soli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Adoption Trends in the Fintech Sector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3258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Major players like Capital One and JPMorgan Chase are leveraging GenAI for fraud detection, resulting in reduced false positives.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42316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Morgan Stanley utilizes OpenAI technology to provide financial advisors with actionable insights from vast data sources.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352044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Wells Fargo is automating document processing and enhancing virtual assistant capabilities with GenAI.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37790" y="46177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The trend is shifting towards developing domain-specific large language models (LLMs) to address unique industry needs.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FullWidthBackground"/>
          <p:cNvSpPr/>
          <p:nvPr/>
        </p:nvSpPr>
        <p:spPr>
          <a:xfrm>
            <a:off x="0" y="0"/>
            <a:ext cx="12188952" cy="6858000"/>
          </a:xfrm>
          <a:rect/>
          <a:solidFill>
            <a:srgbClr val="F5F5F5"/>
          </a:soli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Market Growth and Investment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3258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The GenAI in Fintech market is projected to grow at a CAGR of 36.1%, reaching $10 billion by 2030.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42316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Compliance and fraud detection dominated applications in 2022, highlighting the critical need for risk management solutions.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352044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Investment banking emerged as the leading segment for GenAI applications, reflecting significant industry interest.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37790" y="46177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North America accounted for 34% of revenue share in 2022, indicating a strong market presence.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FullWidthBackground"/>
          <p:cNvSpPr/>
          <p:nvPr/>
        </p:nvSpPr>
        <p:spPr>
          <a:xfrm>
            <a:off x="0" y="0"/>
            <a:ext cx="12188952" cy="6858000"/>
          </a:xfrm>
          <a:rect/>
          <a:solidFill>
            <a:srgbClr val="F5F5F5"/>
          </a:soli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Challenges and Considerations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3258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Data privacy and embedded bias are critical risks that need to be addressed in GenAI applications.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42316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The fintech sector's regulatory environment necessitates robust compliance measures and explainable AI (XAI) frameworks.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352044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Balancing transparency with the protection of sensitive financial information is essential for gaining customer trust.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37790" y="46177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Organizations must invest in developing XAI models to enhance accountability and improve risk assessment.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FullWidthBackground"/>
          <p:cNvSpPr/>
          <p:nvPr/>
        </p:nvSpPr>
        <p:spPr>
          <a:xfrm>
            <a:off x="0" y="0"/>
            <a:ext cx="12188952" cy="6858000"/>
          </a:xfrm>
          <a:rect/>
          <a:solidFill>
            <a:srgbClr val="F5F5F5"/>
          </a:soli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Future Directions and Innovations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3258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The future of GenAI in Fintech includes advancements in reasoning and contextual understanding capabilities.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42316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Emerging technologies like vector databases will enhance semantic search and recommendation engines for better accuracy.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352044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Integration with classical machine learning models will be crucial for addressing the limitations of LLMs.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37790" y="46177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Ethical considerations and the potential misuse of private data will drive the development of custom LLMs in secure environments.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FullWidthBackground"/>
          <p:cNvSpPr/>
          <p:nvPr/>
        </p:nvSpPr>
        <p:spPr>
          <a:xfrm>
            <a:off x="0" y="0"/>
            <a:ext cx="12188952" cy="6858000"/>
          </a:xfrm>
          <a:rect/>
          <a:solidFill>
            <a:srgbClr val="F5F5F5"/>
          </a:soli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Case Study: GenAI for Aging Society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3258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A generative AI application was developed to support senior citizens, enhancing interaction and cognitive engagement.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42316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The system categorizes information from social networks, providing insights for guardians of the elderly.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352044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Features include LLM-driven chatbots for personalized responses and auto-updating scores for better decision-making.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37790" y="46177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This application exemplifies how GenAI can empower families and improve the quality of life for aging populations.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
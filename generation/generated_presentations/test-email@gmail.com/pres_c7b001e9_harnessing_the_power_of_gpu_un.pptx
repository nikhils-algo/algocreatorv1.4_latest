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Harnessing the Power of GPU Units: The NVIDIA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Evolution of GPU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4e73088c_20251121_094435_52f9ec21_unit0_im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Transitioned from specialized graphics rendering to general-purpose parallel processing.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Essential for High-Performance Computing (HPC) and scientific simulations.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Optimized architecture for massive parallelism enhances efficiency in data-intensive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Advantages of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4e73088c_20251121_094435_52f9ec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Thousands of smaller cores (e.g., NVIDIA's CUDA cores) designed for throughput.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Superior performance in 'embarrassingly parallel' tasks compared to traditional CPUs.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Critical for executing high-speed matrix multiplications, essential for AI and deep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Applications of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Accelerate time-to-discovery in complex computational science.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Enable real-time data processing for AI models, enhancing decision-making capabilities.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 diverse applications from financial risk analysis to weather forecasting.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NVIDIA's Role in GPU Innovation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Pioneered CUDA programming model, unlocking GPU potential for various industries.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Continues to lead in developing high-bandwidth memory (HBM) technologies.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Drives advancements in AI, machine learning, and scientific research through powerful GPU clusters.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Outlook: The GPU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Growing demand for real-time processing and complex AI models will sustain GPU relevance.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Potential for GPUs to revolutionize sectors like healthcare, finance, and autonomous systems.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Ongoing innovations will further enhance energy efficiency and computational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
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Leveraging FastAPI and GPU for High-Performance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Introduction to FastAPI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Built on Starlette and Uvicorn, FastAPI achieves performance comparable to compiled languages.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Utilizes asynchronous programming to handle concurrent requests efficiently, enhancing throughput.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Ideal for microservices and real-time applications requiring low latency and high concurrency.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Business Value of FastAPI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Transforms Python's data-centric strengths into robust, scalable APIs for modern web infrastructure.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Improves developer experience with standard type hints and automatic documentation generation.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Reduces time-to-market for API development, enabling faster iteration and deployment cycles.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Understanding GPU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727d7e68_20251120_132856_52f9ec21_unit0_im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GPUs excel in parallel processing, making them essential for deep learning and high-performance computing.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Their architecture allows for simultaneous execution of thousands of threads, optimizing computational efficiency.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Specialized hardware, like Tensor Cores, enhances performance for deep learning tasks, accelerating model training.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Business Applications of GPUs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727d7e68_20251120_132856_52f9ec21_unit0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Enable rapid processing of large datasets, crucial for AI and machine learning applications.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Facilitate complex simulations in fields like finance, weather forecasting, and scientific research.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Support real-time data processing needs, enhancing decision-making capabilities across industries.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Integrating FastAPI with GPU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FastAPI's asynchronous capabilities complement GPU processing, maximizing resource utilization.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Ideal for applications requiring high-speed data access and processing, such as AI-driven services.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Streamlines the development of scalable applications that leverage both FastAPI and GPU strengths.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 and Future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FastAPI and GPUs represent a powerful combination for building high-performance applications.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Organizations can achieve significant competitive advantages by adopting these technologies.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Future developments in both FastAPI and GPU architectures will further enhance capabilities and business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
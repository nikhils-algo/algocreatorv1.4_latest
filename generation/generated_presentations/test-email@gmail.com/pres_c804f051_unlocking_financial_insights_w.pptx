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914400" y="0"/>
            <a:ext cx="10360152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Unlocking Financial Insights with AlgoFabric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Overview of AlgoFabric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AlgoFabric is a SaaS platform designed to provide AI-powered financial insights.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It offers a comprehensive stock advisory tool that empowers traders with intelligent insights.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The platform integrates contextual and numerical data analysis with AI-based recommendations.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Key Features of AlgoFabric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Real-time news aggregation and stock-specific analysis for timely decision-making.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Semantic search capabilities using Generative AI to enhance data retrieval.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AI-driven guidance and recommendations tailored to individual trading strategies.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Data-Driven Insights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Access to diverse data types including news, sentiment trends, and key organizational insights.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2815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Enhanced user understanding through intuitive dashboards that integrate textual and numerical insights.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Predictive analytics to transform complex financial data into actionable insights.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190" y="2240280"/>
            <a:ext cx="3981156" cy="23774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g_test-email@gmail.com_session_ea154809_20251120_145130_3ee1fd8e_unit3_im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630" y="2331720"/>
            <a:ext cx="3798276" cy="2194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Market Sentiment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Real-time tracking of market sentiment to identify trends and opportunities.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Sentiment analysis tools for understanding public perception and its impact on stock performance.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Dynamic policy recommendations based on comprehensive data analysis.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Customized User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Personalized watchlists to monitor favorite stocks and receive daily performance updates.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Customized alerts for price changes and significant news updates to stay ahead of the market.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In-depth analysis provided by a team of experts to enhance investment strategies.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Practical Applications in BFSI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Versatile applications in Banking, Financial Services, and Insurance sectors.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Tailored financial insights for wealth management and investment clarity.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Support for regulatory adherence and compliance through advanced document analysis.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Conclusion and Next 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AlgoFabric is positioned to revolutionize financial decision-making with AI-driven insights.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Explore subscription options for personalized newsletters and updates.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Visit our website for more information and to schedule a demo.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
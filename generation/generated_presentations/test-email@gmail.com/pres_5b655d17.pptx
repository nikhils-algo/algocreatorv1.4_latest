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pic>
        <p:nvPicPr>
          <p:cNvPr id="2" name="Picture 1" descr="tmp7s3oo8i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1522476" y="1600200"/>
            <a:ext cx="9144000" cy="3657600"/>
          </a:xfrm>
          <a:prstGeom prst="rect">
            <a:avLst/>
          </a:prstGeom>
          <a:solidFill>
            <a:srgbClr val="1E1E1E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22476" y="2514600"/>
            <a:ext cx="91440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Segoe UI"/>
              </a:defRPr>
            </a:pPr>
            <a:r>
              <a:t>Unlocking Financial Insights with Algofabric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2476" y="4160520"/>
            <a:ext cx="91440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6496FF"/>
                </a:solidFill>
                <a:latin typeface="Segoe UI"/>
              </a:defRPr>
            </a:pPr>
            <a:r>
              <a:t>AI-Powered Solution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pic>
        <p:nvPicPr>
          <p:cNvPr id="2" name="Picture 1" descr="tmp7s3oo8i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Introduction to Algofabric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AI-powered stock research assistant designed for financial professionals.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14756" y="173736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Integrates advanced Natural Language Processing (NLP) with numerical data analysis.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2044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Provides actionable insights and recommendations for investment strategies.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632" y="2240280"/>
            <a:ext cx="4641301" cy="2377440"/>
          </a:xfrm>
          <a:prstGeom prst="rect">
            <a:avLst/>
          </a:prstGeom>
          <a:solidFill>
            <a:srgbClr val="1E1E1E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mpi71j3dl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072" y="2331720"/>
            <a:ext cx="4458421" cy="2194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83680"/>
            <a:ext cx="12188952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57432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69696"/>
                </a:solidFill>
                <a:latin typeface="Segoe UI"/>
              </a:defRPr>
            </a:pPr>
            <a:r>
              <a:t>AI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pic>
        <p:nvPicPr>
          <p:cNvPr id="2" name="Picture 1" descr="tmp7s3oo8i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Key Features of Algofabric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6639" y="1737360"/>
            <a:ext cx="248323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Data-driven insights from unstructured data sources such as news articles.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82755" y="1737360"/>
            <a:ext cx="248323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Real-time sentiment analysis and trending topics for informed decision-making.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39" y="3520440"/>
            <a:ext cx="248323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Personalized information digest tailored to user preferences and interests.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40280"/>
            <a:ext cx="4933827" cy="2377440"/>
          </a:xfrm>
          <a:prstGeom prst="rect">
            <a:avLst/>
          </a:prstGeom>
          <a:solidFill>
            <a:srgbClr val="1E1E1E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mpgb8mwv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31720"/>
            <a:ext cx="4750947" cy="2194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83680"/>
            <a:ext cx="12188952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57432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69696"/>
                </a:solidFill>
                <a:latin typeface="Segoe UI"/>
              </a:defRPr>
            </a:pPr>
            <a:r>
              <a:t>AI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pic>
        <p:nvPicPr>
          <p:cNvPr id="2" name="Picture 1" descr="tmp7s3oo8i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Platformification of Algofabric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Transitioning to a SaaS platform for enhanced accessibility and scalability.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14756" y="173736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Facilitates integration with various financial tools and applications.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2044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Supports a wide range of domains, including sports, politics, and technology.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632" y="2240280"/>
            <a:ext cx="4631960" cy="2377440"/>
          </a:xfrm>
          <a:prstGeom prst="rect">
            <a:avLst/>
          </a:prstGeom>
          <a:solidFill>
            <a:srgbClr val="1E1E1E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mptqsjva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072" y="2331720"/>
            <a:ext cx="4449080" cy="2194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83680"/>
            <a:ext cx="12188952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57432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69696"/>
                </a:solidFill>
                <a:latin typeface="Segoe UI"/>
              </a:defRPr>
            </a:pPr>
            <a:r>
              <a:t>AI 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pic>
        <p:nvPicPr>
          <p:cNvPr id="2" name="Picture 1" descr="tmp7s3oo8i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Business Value Proposition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6639" y="1737360"/>
            <a:ext cx="248323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600">
                <a:solidFill>
                  <a:srgbClr val="DCDCDC"/>
                </a:solidFill>
                <a:latin typeface="Segoe UI"/>
              </a:defRPr>
            </a:pPr>
            <a:r>
              <a:t>• Empowers users with a 360-degree view of market dynamics.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82755" y="1737360"/>
            <a:ext cx="248323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Enhances competitive edge through timely and relevant insights.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39" y="3520440"/>
            <a:ext cx="248323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Streamlines decision-making processes with AI-driven recommendations.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40280"/>
            <a:ext cx="1994031" cy="2377440"/>
          </a:xfrm>
          <a:prstGeom prst="rect">
            <a:avLst/>
          </a:prstGeom>
          <a:solidFill>
            <a:srgbClr val="1E1E1E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mp27jztw9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31720"/>
            <a:ext cx="1811151" cy="2194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83680"/>
            <a:ext cx="12188952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57432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69696"/>
                </a:solidFill>
                <a:latin typeface="Segoe UI"/>
              </a:defRPr>
            </a:pPr>
            <a:r>
              <a:t>AI Presentation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pic>
        <p:nvPicPr>
          <p:cNvPr id="2" name="Picture 1" descr="tmp7s3oo8i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User Experience and Interface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Intuitive user interface designed for ease of navigation and usability.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14756" y="173736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600">
                <a:solidFill>
                  <a:srgbClr val="DCDCDC"/>
                </a:solidFill>
                <a:latin typeface="Segoe UI"/>
              </a:defRPr>
            </a:pPr>
            <a:r>
              <a:t>• Customizable UI components to cater to diverse user needs.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2044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Incorporates LLM-powered chatbot for interactive user support.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632" y="2240280"/>
            <a:ext cx="4084320" cy="2377440"/>
          </a:xfrm>
          <a:prstGeom prst="rect">
            <a:avLst/>
          </a:prstGeom>
          <a:solidFill>
            <a:srgbClr val="1E1E1E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mpi9hcxm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072" y="2331720"/>
            <a:ext cx="3901440" cy="2194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83680"/>
            <a:ext cx="12188952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57432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69696"/>
                </a:solidFill>
                <a:latin typeface="Segoe UI"/>
              </a:defRPr>
            </a:pPr>
            <a:r>
              <a:t>AI Presentation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pic>
        <p:nvPicPr>
          <p:cNvPr id="2" name="Picture 1" descr="tmp7s3oo8i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Future Developments and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6639" y="1737360"/>
            <a:ext cx="248323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Expansion of data ingestion capabilities beyond news articles.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82755" y="1737360"/>
            <a:ext cx="248323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Generalization of features for applicability across various sectors.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39" y="3520440"/>
            <a:ext cx="248323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Continuous updates and enhancements based on user feedback and market trends.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40280"/>
            <a:ext cx="5090568" cy="2377440"/>
          </a:xfrm>
          <a:prstGeom prst="rect">
            <a:avLst/>
          </a:prstGeom>
          <a:solidFill>
            <a:srgbClr val="1E1E1E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mpq61edly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31720"/>
            <a:ext cx="4907688" cy="2194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83680"/>
            <a:ext cx="12188952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57432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69696"/>
                </a:solidFill>
                <a:latin typeface="Segoe UI"/>
              </a:defRPr>
            </a:pPr>
            <a:r>
              <a:t>AI Presentation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pic>
        <p:nvPicPr>
          <p:cNvPr id="2" name="Picture 1" descr="tmp7s3oo8i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Conclusion and Call to 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Algofabric represents a transformative approach to financial analysis.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14756" y="173736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Encourages stakeholders to leverage AI for improved investment outcomes.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20440"/>
            <a:ext cx="2300356" cy="16002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 w="1524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>
              <a:defRPr sz="1500">
                <a:solidFill>
                  <a:srgbClr val="DCDCDC"/>
                </a:solidFill>
                <a:latin typeface="Segoe UI"/>
              </a:defRPr>
            </a:pPr>
            <a:r>
              <a:t>• For more information, visit: https://algofabric.algoanalytics.com/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632" y="2240280"/>
            <a:ext cx="4087709" cy="2377440"/>
          </a:xfrm>
          <a:prstGeom prst="rect">
            <a:avLst/>
          </a:prstGeom>
          <a:solidFill>
            <a:srgbClr val="1E1E1E"/>
          </a:solidFill>
          <a:ln w="254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mpg2j_lff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072" y="2331720"/>
            <a:ext cx="3904829" cy="2194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83680"/>
            <a:ext cx="12188952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57432" y="66294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62940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969696"/>
                </a:solidFill>
                <a:latin typeface="Segoe UI"/>
              </a:defRPr>
            </a:pPr>
            <a:r>
              <a:t>AI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
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Intro to Autonomy of Cars and GPU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Evolution of GPUs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Transition from specialized 3D rendering units to general-purpose parallel processors.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Optimized for massive parallel processing, enabling efficient data-intensive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Core architecture supports high-performance computing, scientific simulations, and AI applications.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3794498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hrmy_8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611618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GPU's Role in AI and Deep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Accelerates time-to-discovery in complex computational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Essential for training large neural networks, particularly in deep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High core density and memory bandwidth support rapid model iteration and optimization.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382346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3_sstl9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4199466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Autonomous Vehicles: A Disruptive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Promises reduced traffic congestion and optimized fuel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Aims to significantly lower accident rates caused by human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Challenges include technical, legal, and ethical hurdles in achieving Level 5 autonomy.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101737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sffdtx8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18857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Sensor Fusion and Perception in AVs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Relies on advanced sensors like LiDAR, radar, and high-resolution cameras.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Accurate environmental perception is critical for safe navigation.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Integration of sensor data is essential for real-time decision-making.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083056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6alqhei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3900176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GPU Architecture and Its Impact on AV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Specialized hardware like Tensor Cores enhances deep learning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Parallel architecture allows for processing of multiple data streams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Critical for real-time processing requirements in autonomous driving 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127532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u5fyhv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44652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Value of Autonomous Vehicles and GPUs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Potential for significant cost savings through improved efficiency and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Market growth driven by advancements in AI and GPU technology.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400">
                <a:solidFill>
                  <a:srgbClr val="DCDCDC"/>
                </a:solidFill>
                <a:latin typeface="Segoe UI"/>
              </a:defRPr>
            </a:pPr>
            <a:r>
              <a:t>• Investment in AV technology can lead to competitive advantages in transportation and logistics.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1538343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n6wm6s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355463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x7mpq_o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and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Continued evolution of GPU capabilities will enhance AV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Ethical and regulatory frameworks will shape the deployment of autonomous vehicles.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Collaboration between tech and automotive industries is essential for innovation.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7709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pfota4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4829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
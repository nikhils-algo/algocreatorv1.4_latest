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bb4eff97_20251121_120131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an intelligent surveillance system designed for automated environment monitoring.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technologies such as Computer Vision, Artificial Intelligence, and Generative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Aims to minimize human intervention while enhancing security and operational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Offers multiple deployment models: Aksha on Edge, Aksha UI &amp; Backend on Edge, and Aksha on Cloud.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hybrid configurations for flexibility in resource management.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Designed for scalability and ease of integration with existing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bb4eff97_20251121_120131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object detection and anomaly identification using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Customizable alerts for various scenarios, enhancing user responsiveness.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Generates insightful reports and analytics to support decision-making.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Collaboration with NDIL led to the development of 'Aksha for Workers Safety'.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Implemented a robust Edge + Cloud architecture for enhanced performance.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Continuous improvements through phases, including Gen AI integration for better feature 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Clients report significant reductions in human monitoring efforts.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Enhanced ability to detect and respond to abnormal events, improving safety.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Positive feedback on the innovative use of CCTV technology for proactive security 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Scalability and Future Prospects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Utilizes Kubernetes for effortless scalability and microservices management.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Real-time data processing capabilities ensure timely insights and actions.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Future developments aim to further enhance Aksha’s features and user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
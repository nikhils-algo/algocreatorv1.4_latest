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Introduction to Aksha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Overview of Aksha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Aksha is an intelligent surveillance system designed for automated monitoring with minimal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Utilizes advanced technologies like Computer Vision, Artificial Intelligence, and Generative AI for real-time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Key functionalities include object detection, anomaly detection, and automated alert generation.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3285744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3248b356_20251121_110232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102864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Architectural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Offers multiple deployment architectures: On-Premise, Edge, and Cloud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Flexibility in UI and backend configurations to suit various operational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Supports seamless integration with existing infrastructure for enhanced scalability.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084320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3248b356_20251121_110232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9014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Collaboration and Customization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Collaboration with NDIL led to the development of a customized version focused on worker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Implemented a three-phase customization process incorporating Generative AI for enhanced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Successful proof of concept demonstrated on Raspberry Pi 4B with dual OS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Key Features of Aksha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Live recording and processing capabilities for real-time surveillance.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Advanced object detection for various entities including vehicles, personnel, and safety gear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Customizable alerts and insights generated using Generative AI for proactive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084320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3248b356_20251121_110232_5b321621_unit1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9014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Customer Testimonials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Clients report significant reductions in human monitoring efforts and enhanced event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Positive feedback highlights the system's ability to identify abnormal events effectively.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Users appreciate the cost-effective nature of Aksha in enhancing existing CCTV setups.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Scalability and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Effortless scalability through microservices architecture using Kubernetes.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Real-time data processing capabilities ensure timely insights and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High availability and fault tolerance achieved through decoupled architecture and distributed messaging with Kafka.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
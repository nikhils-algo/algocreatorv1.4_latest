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Summary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Introduction to the project focusing on AI-based solutions for retail applications.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both open-source and closed-source frameworks to enhance flexibility and performance.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Objective: Streamline customer interactions and improve operational efficiency.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Efficient summarization of customer-service agent interactions for better clarity.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 for diverse data formats, enabling seamless data management and insights extraction.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Sentiment analysis tools designed to enhance customer satisfaction and loyalty.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Knowledge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Development of a quick-access knowledge base for employees.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Organizing unstructured data (documents, procedures, FAQs) for improved accessibility.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Facilitating knowledge sharing and collaboration within the organization.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Customization and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Current accelerators are designed for easy customization to meet specific client needs.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Scalable solutions that can grow alongside business requirements.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Flexibility to adapt to various retail environments and operational challenges.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 and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Enhancement of customer experience leading to increased loyalty and retention.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Improved operational efficiency resulting in cost savings and higher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Strategic advantage in the competitive retail landscape through innovative AI solutions.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
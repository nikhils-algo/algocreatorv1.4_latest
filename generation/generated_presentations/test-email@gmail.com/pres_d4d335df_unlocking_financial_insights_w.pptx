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828800" y="914400"/>
            <a:ext cx="1097280" cy="109728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0" y="1371600"/>
            <a:ext cx="1097280" cy="109728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0" y="1828800"/>
            <a:ext cx="1097280" cy="109728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745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Unlocking Financial Insights with AlgoFabric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114800"/>
            <a:ext cx="85313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0096FF"/>
                </a:solidFill>
                <a:latin typeface="Segoe UI"/>
              </a:defRPr>
            </a:pPr>
            <a:r>
              <a:t>Advanced AI Solutions for Manufacturing Excellence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6126480"/>
            <a:ext cx="6702552" cy="27432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Overview of AlgoFabric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87558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15660" y="1188720"/>
            <a:ext cx="6521043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_002_img_000_dccff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828800"/>
            <a:ext cx="377830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89980" y="1645920"/>
            <a:ext cx="5972403" cy="3840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AlgoFabric is an AI-powered financial insights platform designed to transform unstructured data into actionable intelligence.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Combines advanced Natural Language Processing (NLP) with numerical data analysis for comprehensive stock research.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Offers a SaaS model, enabling easy integration and scalability for various business needs.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2/8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Key Features of AlgoFabric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87558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15660" y="1188720"/>
            <a:ext cx="6521043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_002_img_001_f9f8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828800"/>
            <a:ext cx="377830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89980" y="1645920"/>
            <a:ext cx="5972403" cy="3840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Real-time news aggregation and sentiment analysis to keep users informed of market movements.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AI-driven recommendations and insights tailored to individual stock interests.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User-friendly dashboard for monitoring performance and debugging backend tasks efficiently.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3/8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Generalization and Adaptability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87558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15660" y="1188720"/>
            <a:ext cx="6521043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_028_img_005_c721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828800"/>
            <a:ext cx="377830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89980" y="1645920"/>
            <a:ext cx="5972403" cy="3840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Designed to be adaptable across various domains, including sports, politics, and technology.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Feature extraction techniques applicable to diverse datasets, enhancing versatility.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User interface components can be customized for different sectors, ensuring relevance.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4/8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Upcoming Features and Enhancements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87558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15660" y="1188720"/>
            <a:ext cx="6521043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_011_img_000_14d7a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828800"/>
            <a:ext cx="377830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89980" y="1645920"/>
            <a:ext cx="5972403" cy="3840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Introduction of a Mutual Fund Investment Composition feature to visualize asset allocation.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Integration of small language models for faster insights generation from news articles.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Expansion of stock coverage in alignment with our recommendation strategy.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5/8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Business Value Proposition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87558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15660" y="1188720"/>
            <a:ext cx="6521043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_004_img_000_1ea87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828800"/>
            <a:ext cx="377830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89980" y="1645920"/>
            <a:ext cx="5972403" cy="3840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Empowers traders with intelligent insights, enhancing decision-making capabilities.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Provides a competitive edge through timely, personalized information and risk analysis.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Facilitates a 360-degree view of investment opportunities, improving strategic planning.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6/8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Practical Applications of AlgoFabric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87558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15660" y="1188720"/>
            <a:ext cx="6521043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_008_img_001_9b1b0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828800"/>
            <a:ext cx="377830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89980" y="1645920"/>
            <a:ext cx="5972403" cy="3840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Ideal for financial analysts seeking to streamline stock research processes.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Supports portfolio managers in making informed investment decisions based on real-time data.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Utilized by corporate strategists for market trend analysis and competitive positioning.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7/8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Conclusion and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87558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15660" y="1188720"/>
            <a:ext cx="6521043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_033_img_003_9fc32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828800"/>
            <a:ext cx="377830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89980" y="1645920"/>
            <a:ext cx="5972403" cy="3840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AlgoFabric is positioned to redefine financial insights through AI and data analytics.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Encouraging stakeholders to explore the platform for enhanced investment strategies.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For more information, visit: https://algofabric.algoanalytics.com/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8/8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
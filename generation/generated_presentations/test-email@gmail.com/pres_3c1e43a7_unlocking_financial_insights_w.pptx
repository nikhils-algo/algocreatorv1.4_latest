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AI-powered financial insights platform designed for stock research and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natural language processing (NLP) and numerical data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Offers a comprehensive view of market trends, news sentiments, and stock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and Functionalities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news aggregation and sentiment analysis for informed decision-making.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Dashboard for monitoring backend tasks, enhancing operational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Stock picking and recommendation capabilities based on historical performance and market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Generalization and Adaptability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Designed to be adaptable across various domains, including sports, politics, and technology.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Feature extraction techniques applicable to diverse datasets for broader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User interface components can be customized for different industry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Upcoming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dac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Introduction of a 'What's Trending' tab for quick identification of market movers.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Enhanced mutual fund investment composition display for better asset management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small language models for faster and more specialized task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and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3_img_000_961a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Empowers traders and investors with actionable insights and AI-based recommendations.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a 360-degree view of investment opportunities and risks.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Aims to improve portfolio performance through data-driven strategies and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
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b2af5e1f_20251121_110906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an intelligent surveillance system designed for automated monitoring with minimal human intervention.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technologies such as Computer Vision, Artificial Intelligence, and Generative AI for real-time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Key functionalities include object detection, anomaly identification, and automated response mechanisms.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b2af5e1f_20251121_110906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Multiple deployment models: Aksha on Edge (On-Premise), Aksha UI &amp; Backend on Edge, and hybrid models combining Edge &amp; Cloud.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seamless integration with existing CCTV systems through standard RTSP links.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Decoupled architecture enhances maintainability and fault tolerance, allowing for independent service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b2af5e1f_20251121_110906_5b321621_unit1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Live recording and processing capabilities for immediate data access.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Advanced object detection including various categories such as vehicles, personnel, and safety gear compliance.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Customizable alerts enable users to set specific notifications based on detected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Partnership with NDIL to enhance Aksha for worker safety, integrating Edge + Cloud solutions.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Phased development approach, with significant enhancements in Gen AI capabilities for improved anomaly detection.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Successful proof of concept executed on Raspberry Pi 4B, showcasing versatility and cost-effectiveness.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Clients report significant reductions in human monitoring efforts and improved detection of unforeseen events.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Positive feedback highlights Aksha's ability to transform traditional CCTV usage into proactive safety management.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Ongoing interest in future updates and innovations, indicating strong customer engagement and satisfaction.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Scalability and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Effortless scalability achieved through microservices architecture and Kubernetes orchestration.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Real-time data processing capabilities ensure timely insights and actions for enhanced operational efficiency.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High availability maintained through distributed messaging systems like Kafka, ensuring reliable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
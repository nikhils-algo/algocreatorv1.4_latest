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Unlocking Financial Insights with Algofabric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to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0_dccf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AI-powered Stock Research Assistant designed for financial professionals.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Integrates state-of-the-art NLP models with numerical data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Provides actionable insights and recommendations for investment strategies.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Platformification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8_img_000_5845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Transforms Algofabric into a comprehensive SaaS platform for financial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seamless integration of diverse data sources including news and social media.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Enhances user experience through personalized information delivery and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Data-driven insights from unstructured data, enabling informed decision-making.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sentiment analysis and trending topics to gauge market sentiment.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LLM-powered ChatBot for enhanced user interaction and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1_img_000_14d7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Provides a 360-degree view of companies with daily updates on stock interests.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Offers timely and convenient information digest tailored to user preferences.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Equips users with a competitive edge through comprehensive risk analysis and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Generalization and Future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2_244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Objective to generalize Algofabric for diverse domains beyond finance.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Potential applications in sports, politics, technology, and education sectors.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Focus on adaptable architecture and feature extraction techniques for various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1_651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Algofabric stands at the forefront of AI-driven financial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Encourages decision-makers to leverage its capabilities for strategic advantage.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For further information, visit: https://algofabric.algoanalytics.com/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
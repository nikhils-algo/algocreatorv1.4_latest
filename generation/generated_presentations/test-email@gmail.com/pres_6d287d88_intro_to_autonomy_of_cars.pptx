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828800" y="914400"/>
            <a:ext cx="1097280" cy="109728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0" y="1371600"/>
            <a:ext cx="1097280" cy="109728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0" y="1828800"/>
            <a:ext cx="1097280" cy="109728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745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Intro to Autonomy of Cars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114800"/>
            <a:ext cx="85313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0096FF"/>
                </a:solidFill>
                <a:latin typeface="Segoe UI"/>
              </a:defRPr>
            </a:pPr>
            <a:r>
              <a:t>Advanced AI Solutions for Manufacturing Excellence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6126480"/>
            <a:ext cx="6702552" cy="27432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Understanding Autonomous Vehicles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487558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15660" y="1188720"/>
            <a:ext cx="6521043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g_test-email@gmail.com_session_a2291c8a_0c714708_unit0_img0_db26a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828800"/>
            <a:ext cx="3778300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89980" y="1645920"/>
            <a:ext cx="5972403" cy="3840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Definition of Autonomous Vehicles (AVs) and their classifications.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Overview of the levels of autonomy, focusing on Level 5 as the ultimate goal.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Potential to redefine transportation through enhanced safety and efficiency.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2/8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Business Value of Autonomous Vehicles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1522476" y="1371600"/>
            <a:ext cx="9144000" cy="457200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53996" y="1645920"/>
            <a:ext cx="7680960" cy="4023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Reduction in traffic congestion leading to increased productivity.</a:t>
            </a:r>
          </a:p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Optimized fuel efficiency contributing to lower operational costs.</a:t>
            </a:r>
          </a:p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Significant decrease in accident rates, reducing insurance and liability costs.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3/8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Technical Challenges in AV Development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1522476" y="1371600"/>
            <a:ext cx="9144000" cy="457200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53996" y="1645920"/>
            <a:ext cx="7680960" cy="4023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Complexity of sensor fusion and the need for advanced perception capabilities.</a:t>
            </a:r>
          </a:p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Integration of LiDAR, radar, and high-resolution cameras for environment mapping.</a:t>
            </a:r>
          </a:p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Challenges in navigating unpredictable real-world scenarios and social cues.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4/8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Ethical and Legal Considerations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1522476" y="1371600"/>
            <a:ext cx="9144000" cy="457200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53996" y="1645920"/>
            <a:ext cx="7680960" cy="4023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Navigating the legal landscape surrounding liability in accidents involving AVs.</a:t>
            </a:r>
          </a:p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Addressing ethical dilemmas in decision-making algorithms during critical situations.</a:t>
            </a:r>
          </a:p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Importance of regulatory frameworks to ensure safety and public trust.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5/8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Market Trends and Adoption Rates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1522476" y="1371600"/>
            <a:ext cx="9144000" cy="457200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53996" y="1645920"/>
            <a:ext cx="7680960" cy="4023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Current market landscape and key players in the autonomous vehicle sector.</a:t>
            </a:r>
          </a:p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Projected growth rates and adoption timelines for AV technology.</a:t>
            </a:r>
          </a:p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Consumer acceptance and the role of public perception in market success.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6/8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Practical Applications of Autonomous Vehicles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1522476" y="1371600"/>
            <a:ext cx="9144000" cy="457200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53996" y="1645920"/>
            <a:ext cx="7680960" cy="4023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Use cases in public transportation, logistics, and personal mobility.</a:t>
            </a:r>
          </a:p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Potential for AVs in reducing urban congestion and enhancing last-mile delivery.</a:t>
            </a:r>
          </a:p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Exploration of partnerships with tech companies for innovation in AV solutions.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7/8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Future Outlook and Strategic Recommendations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1522476" y="1371600"/>
            <a:ext cx="9144000" cy="457200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53996" y="1645920"/>
            <a:ext cx="7680960" cy="4023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Long-term vision for the integration of AVs into existing transportation networks.</a:t>
            </a:r>
          </a:p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Strategic investments in technology and infrastructure to support AV deployment.</a:t>
            </a:r>
          </a:p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Collaboration with stakeholders to address challenges and leverage opportunities.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8/8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
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Intro to Autonomy of Cars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Understanding Autonomous Vehicles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Definition of Autonomous Vehicles (AVs) and their classification levels.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Overview of the technology driving AVs, including AI and machine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Potential impact on transportation systems and urban planning.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4101737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64d84ab4_186c528d_unit0_img3_148a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918857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Business Value of Autonomous Vehicles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Reduction in traffic congestion leading to increased productivity.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Significant decrease in accident rates, lowering insurance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Potential for new revenue streams through ride-sharing and delivery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083056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64d84ab4_186c528d_unit0_img0_5f12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3900176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Technical Challenges in AV 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Complexity of sensor fusion and the need for accurate environmental perception.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Challenges in navigating unpredictable real-world scenarios.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Integration of advanced sensors like LiDAR, radar, and cameras for reliable operation.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Ethical and Legal Considerations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Addressing liability in the event of accidents involving AVs.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Navigating regulatory frameworks and compliance for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Ethical implications of decision-making algorithms in critical situations.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Current Market Landscape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Overview of key players in the autonomous vehicle industry.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Recent advancements and pilot programs in various regions.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Investment trends and market forecasts for AV technology.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Future Trends in Autonomous Vehicles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Emerging technologies that will enhance AV capabilities.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Predictions for the timeline of achieving Level 5 autonomy.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Potential societal changes driven by widespread AV adoption.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Conclusion and Call to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Recap of the transformative potential of autonomous vehicles.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Encouragement for stakeholders to engage in AV initiatives.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Invitation for collaboration in addressing challenges and leveraging opportunities.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
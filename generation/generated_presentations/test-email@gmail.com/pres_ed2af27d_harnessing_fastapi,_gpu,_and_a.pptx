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Harnessing FastAPI, GPU, and AlgoAnalytics for High-Performance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ad39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Built on Starlette and Uvicorn, FastAPI offers performance that rivals compiled languages.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asynchronous programming for efficient handling of concurrent requests, ideal for I/O-bound tasks.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Enhances developer experience with standard Python type hints and automatic generation of OpenAPI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Business Value of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8_img_000_3e70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FastAPI bridges the gap between Python's data-centric strengths and the demands of modern web infrastructure.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Enables rapid development of microservices and real-time applications with low latency.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seamless integration with external APIs, enhancing operational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Understanding GPU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d02023c9_52f9ec21_unit0_img3_1fde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GPUs excel in processing thousands of data streams simultaneously, outperforming CPUs in parallel tasks.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Critical for deep learning, enabling rapid training of large neural networks through high-speed matrix operations.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real-time data processing, essential for applications in AI and machine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AlgoAnalytics: Driving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Offers a comprehensive Gen AI tech stack, including orchestration frameworks and vector databases.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Expertise in deploying AI solutions across various industries, enhancing operational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tools for data extraction, model fine-tuning, and infrastructure provisioning.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Case Study: FastAPI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86_img_000_093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Developed a FastAPI application for a global tech giant to host and deploy a proprietary LLM API.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Implemented robust error tracking and integrated with AWS services for high availability.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Conducted performance benchmarking to optimize resource usage and processing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 of FastAPI and GPU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4_img_000_0cc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various use cases including recommendation systems, fraud detection, and predictive analytics.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Enables real-time data processing for applications in finance, healthcare, and manufacturing.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the development of scalable solutions that can adapt to evolving business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Future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FastAPI, combined with GPU capabilities, positions organizations for success in a data-driven landscape.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AlgoAnalytics provides the expertise and tools necessary to leverage these technologies effectively.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Investing in these solutions will enhance efficiency, reduce costs, and drive innovation across industries.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
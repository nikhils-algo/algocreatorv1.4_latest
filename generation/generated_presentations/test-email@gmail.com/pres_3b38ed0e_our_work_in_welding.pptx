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828800" y="914400"/>
            <a:ext cx="1097280" cy="1097280"/>
          </a:xfrm>
          <a:prstGeom prst="ellipse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0" y="1371600"/>
            <a:ext cx="1097280" cy="1097280"/>
          </a:xfrm>
          <a:prstGeom prst="ellipse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315200" y="1828800"/>
            <a:ext cx="1097280" cy="1097280"/>
          </a:xfrm>
          <a:prstGeom prst="ellipse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601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Segoe UI"/>
              </a:defRPr>
            </a:pPr>
            <a:r>
              <a:t>Our Work in Welding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474720"/>
            <a:ext cx="85313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0096FF"/>
                </a:solidFill>
                <a:latin typeface="Segoe UI"/>
              </a:defRPr>
            </a:pPr>
            <a:r>
              <a:t>Advanced AI Solutions for Manufacturing Excellence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6126480"/>
            <a:ext cx="6702552" cy="27432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AI-Driven Welding Solutions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4846320" cy="47548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03520" y="1188720"/>
            <a:ext cx="6400800" cy="475488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120640" y="1188720"/>
            <a:ext cx="365760" cy="47548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645920"/>
            <a:ext cx="4297680" cy="320040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1645920"/>
            <a:ext cx="4297680" cy="320040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06040" y="288036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B4B4B4"/>
                </a:solidFill>
              </a:defRPr>
            </a:pPr>
            <a:r>
              <a:t>🖼️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429000"/>
            <a:ext cx="4297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B4B4B4"/>
                </a:solidFill>
                <a:latin typeface="Segoe UI"/>
              </a:defRPr>
            </a:pPr>
            <a:r>
              <a:t>Visual Content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1645920"/>
            <a:ext cx="5486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Implementation of AI technology to enhance welding quality and efficiency.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Real-time monitoring of welding processes through advanced data analytics.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Utilization of sound analysis models to detect and classify welding defects.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0" y="13716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96FF"/>
                </a:solidFill>
                <a:latin typeface="Segoe UI"/>
              </a:defRPr>
            </a:pPr>
            <a:r>
              <a:t>KEY POINTS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2/7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Data Collection for Quality Assurance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6400800" cy="475488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0" y="1188720"/>
            <a:ext cx="4846320" cy="47548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675120" y="1188720"/>
            <a:ext cx="365760" cy="47548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45920"/>
            <a:ext cx="5486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Systematic collection of welding data to log accurate sensor parameters.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Integration of multiple modalities: audio, video, and time-series data.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Automated data recording to ensure synchronization across various sensors.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3716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96FF"/>
                </a:solidFill>
                <a:latin typeface="Segoe UI"/>
              </a:defRPr>
            </a:pPr>
            <a:r>
              <a:t>KEY POINTS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0" y="1645920"/>
            <a:ext cx="4297680" cy="320040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0" y="1645920"/>
            <a:ext cx="4297680" cy="320040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06840" y="288036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B4B4B4"/>
                </a:solidFill>
              </a:defRPr>
            </a:pPr>
            <a:r>
              <a:t>🖼️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3429000"/>
            <a:ext cx="4297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B4B4B4"/>
                </a:solidFill>
                <a:latin typeface="Segoe UI"/>
              </a:defRPr>
            </a:pPr>
            <a:r>
              <a:t>Visual Content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3/7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Experimental Setup and Configuration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4846320" cy="47548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03520" y="1188720"/>
            <a:ext cx="6400800" cy="475488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120640" y="1188720"/>
            <a:ext cx="365760" cy="47548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645920"/>
            <a:ext cx="4297680" cy="320040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slide_004_img_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3931920" cy="28346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760720" y="1645920"/>
            <a:ext cx="5486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Camera mounted on the welding robot for visual monitoring.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Microphones strategically placed to capture sound during the welding process.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Detailed setup ensures comprehensive data collection for analysis.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0" y="13716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96FF"/>
                </a:solidFill>
                <a:latin typeface="Segoe UI"/>
              </a:defRPr>
            </a:pPr>
            <a:r>
              <a:t>KEY POINTS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4/7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Dataset Requirements for Analysis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6400800" cy="475488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0" y="1188720"/>
            <a:ext cx="4846320" cy="47548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675120" y="1188720"/>
            <a:ext cx="365760" cy="47548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45920"/>
            <a:ext cx="5486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Dataset includes data from 4 modalities: audio, video, welding parameters, and photographs.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Minimum of 20 samples per defect type across 14 combinations of welding parameters.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Data must be time-synchronized for effective cross-analysis of welding activities.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3716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96FF"/>
                </a:solidFill>
                <a:latin typeface="Segoe UI"/>
              </a:defRPr>
            </a:pPr>
            <a:r>
              <a:t>KEY POINTS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0" y="1645920"/>
            <a:ext cx="4297680" cy="320040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0" y="1645920"/>
            <a:ext cx="4297680" cy="320040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06840" y="288036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B4B4B4"/>
                </a:solidFill>
              </a:defRPr>
            </a:pPr>
            <a:r>
              <a:t>🖼️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3429000"/>
            <a:ext cx="4297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B4B4B4"/>
                </a:solidFill>
                <a:latin typeface="Segoe UI"/>
              </a:defRPr>
            </a:pPr>
            <a:r>
              <a:t>Visual Content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5/7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Classification and Documentation of Defects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4846320" cy="47548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03520" y="1188720"/>
            <a:ext cx="6400800" cy="475488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120640" y="1188720"/>
            <a:ext cx="365760" cy="47548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645920"/>
            <a:ext cx="4297680" cy="320040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1645920"/>
            <a:ext cx="4297680" cy="320040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06040" y="288036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B4B4B4"/>
                </a:solidFill>
              </a:defRPr>
            </a:pPr>
            <a:r>
              <a:t>🖼️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429000"/>
            <a:ext cx="4297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B4B4B4"/>
                </a:solidFill>
                <a:latin typeface="Segoe UI"/>
              </a:defRPr>
            </a:pPr>
            <a:r>
              <a:t>Visual Content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1645920"/>
            <a:ext cx="5486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Classification of welds into 'Good' and 'Defective' categories.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Natural language descriptions provided for each weld, detailing the creation process.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Supporting testing data included to confirm the presence of defects.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0" y="13716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96FF"/>
                </a:solidFill>
                <a:latin typeface="Segoe UI"/>
              </a:defRPr>
            </a:pPr>
            <a:r>
              <a:t>KEY POINTS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6/7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Business Value and Future Directions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6400800" cy="475488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0" y="1188720"/>
            <a:ext cx="4846320" cy="47548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675120" y="1188720"/>
            <a:ext cx="365760" cy="47548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45920"/>
            <a:ext cx="5486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Enhanced quality control leads to reduced rework and increased customer satisfaction.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Data-driven insights facilitate continuous improvement in welding processes.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Future projects will expand on AI capabilities to further automate and optimize welding operations.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3716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96FF"/>
                </a:solidFill>
                <a:latin typeface="Segoe UI"/>
              </a:defRPr>
            </a:pPr>
            <a:r>
              <a:t>KEY POINTS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0" y="1645920"/>
            <a:ext cx="4297680" cy="320040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0" y="1645920"/>
            <a:ext cx="4297680" cy="320040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06840" y="288036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B4B4B4"/>
                </a:solidFill>
              </a:defRPr>
            </a:pPr>
            <a:r>
              <a:t>🖼️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3429000"/>
            <a:ext cx="4297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B4B4B4"/>
                </a:solidFill>
                <a:latin typeface="Segoe UI"/>
              </a:defRPr>
            </a:pPr>
            <a:r>
              <a:t>Visual Content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7/7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
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Harnessing GPU Power with FastAPI for High-Performance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Introduction to 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Built on Starlette and Uvicorn, FastAPI achieves performance comparable to compiled languages.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Utilizes asynchronous programming with 'async' and 'await' for efficient handling of I/O-bound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Ideal for microservices and real-time applications due to low latency and high concurrency capabilities.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FastAPI's Competitive 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Revolutionizes API development with standardized Python type hints, enhancing code quality and developer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Automatically generates interactive API documentation using OpenAPI, simplifying client integration and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Addresses historical performance constraints in Python web development, making it a preferred choice for modern applications.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Understanding GPU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GPUs are designed for massive parallelism, enabling simultaneous processing of thousands of data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Critical for deep learning and AI, leveraging high-speed matrix multiplications across numerous 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Transitioned from graphics rendering to essential components in HPC and scientific modeling.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3794498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57072d56_52f9ec21_unit0_img3_b905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611618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Value of GPUs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Accelerate time-to-discovery in complex computational tasks, enhancing productivity and innovation.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 real-time data processing, crucial for applications in finance, healthcare, and autonomous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Enable large-scale simulations and deep learning model training, driving advancements in AI technologies.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382346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57072d56_52f9ec21_unit0_img0_b0be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4199466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Integrating FastAPI with GPU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FastAPI can efficiently handle requests for GPU-accelerated applications, optimizing resource utilization.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Supports data validation and serialization through Pydantic, ensuring safe and reliable API 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Facilitates rapid development cycles, allowing businesses to quickly deploy AI-driven solutions.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Applications of FastAPI and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Ideal for deploying machine learning models in production, providing low-latency API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Enhances real-time analytics capabilities in sectors like e-commerce and finance.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Supports complex simulations in scientific research, improving accuracy and efficiency.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Conclusion and Future Outlook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FastAPI and GPUs together represent a powerful combination for modern application development.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Their integration can significantly reduce operational costs while improving performance and scalability.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As AI and data processing demands grow, leveraging these technologies will be critical for competitive advantage.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
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Unlocking Financial Insights with AlgoFabric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Overview of AlgoFabric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AI-powered financial insights platform designed for stock research and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Combines advanced Natural Language Processing (NLP) with numerical data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Offers a comprehensive view of market trends, public sentiment, and risk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67797"/>
            <a:ext cx="4814681" cy="232240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59237"/>
            <a:ext cx="4631801" cy="21395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and Functionalities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Real-time news aggregation and sentiment analysis to inform trading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Dashboard for monitoring backend tasks, enhancing operational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Stock picking and recommendation strategies based on historical performance and market trends.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9947"/>
            <a:ext cx="4814681" cy="233810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1387"/>
            <a:ext cx="4631801" cy="21552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Generalization and Adaptability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Designed to be adaptable across various domains such as sports, politics, and education.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Feature engineering techniques applicable to diverse datasets for broader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User interface components can be customized for different user needs and contexts.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3683237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500357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Upcoming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Introduction of a 'What's Trending' tab for tracking market movers and news.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Enhanced mutual fund investment composition display for better asset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of small language models for faster and more efficient insights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67737"/>
            <a:ext cx="4814681" cy="212252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23_img_000_dac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9177"/>
            <a:ext cx="4631801" cy="193964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Value and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Empowers traders with actionable insights, improving decision-making and portfolio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Facilitates a 360-degree view of investments with timely updates and personalized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Positions businesses to leverage AI-driven analytics for competitive advantage in the financial 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
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86is4p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1522476" y="1600200"/>
            <a:ext cx="9144000" cy="365760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22476" y="2514600"/>
            <a:ext cx="9144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Introduction to Aksha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2476" y="4160520"/>
            <a:ext cx="9144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6496FF"/>
                </a:solidFill>
                <a:latin typeface="Segoe UI"/>
              </a:defRPr>
            </a:pPr>
            <a:r>
              <a:t>AI-Powered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86is4p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What is Aksha?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Aksha is an intelligent surveillance system designed for automated monitoring with minimal human intervention.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Utilizes advanced technologies such as Computer Vision, Artificial Intelligence, and Generative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Capable of detecting objects and unusual situations, performing analysis, and initiating actions.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3285744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f45w_x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3102864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86is4p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Architectural Approaches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6639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Offers multiple architectural configurations: On-Premise, Edge &amp; Cloud, and UI on Cloud with Backend on Edge.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2755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Flexible deployment options to suit varying business needs and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39" y="352044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Supports seamless integration with existing systems for enhanced functionality.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3104037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nzm74a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2921157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86is4p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Key Features of Aksha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Live data recording and processing with real-time object detection capabilities.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Generates insightful reports and analysis using Generative AI for informed decision-making.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Customizable alerts enabling users to respond promptly to detected anomalies.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4084320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s37b55v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3901440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86is4p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Collaboration and Customization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6639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Collaborated with NDIL to customize Aksha for enhanced worker safety, integrating Edge + Cloud solutions.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2755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Implemented three phases of development, including Gen AI enhancements for improved features.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39" y="352044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Successful proof of concept on Raspberry Pi 4B, showcasing adaptability and performance.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4084320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eb1x325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3901440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86is4p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Customer Testimonials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Clients report significant reductions in human monitoring efforts and improved detection of abnormal events.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Positive feedback highlights the innovative use of CCTV technology for enhanced operational safety.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Customers express eagerness for future updates and innovations from Aksha.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4084320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8m67_7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3901440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86is4p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Scalability and Architecture Advantages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7790" y="1851660"/>
            <a:ext cx="7313371" cy="96012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700">
                <a:solidFill>
                  <a:srgbClr val="DCDCDC"/>
                </a:solidFill>
                <a:latin typeface="Segoe UI"/>
              </a:defRPr>
            </a:pPr>
            <a:r>
              <a:t>• Effortless scalability through microservices managed by Kubernetes, accommodating high message volumes.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37790" y="2948940"/>
            <a:ext cx="7313371" cy="96012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700">
                <a:solidFill>
                  <a:srgbClr val="DCDCDC"/>
                </a:solidFill>
                <a:latin typeface="Segoe UI"/>
              </a:defRPr>
            </a:pPr>
            <a:r>
              <a:t>• Decoupled architecture enhances fault tolerance and simplifies service development and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37790" y="4046220"/>
            <a:ext cx="7313371" cy="96012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700">
                <a:solidFill>
                  <a:srgbClr val="DCDCDC"/>
                </a:solidFill>
                <a:latin typeface="Segoe UI"/>
              </a:defRPr>
            </a:pPr>
            <a:r>
              <a:t>• Real-time data processing capabilities ensure timely insights and actions, maintaining high availability.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86is4p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Installation and Compatibility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7790" y="1988820"/>
            <a:ext cx="7313371" cy="8686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800">
                <a:solidFill>
                  <a:srgbClr val="DCDCDC"/>
                </a:solidFill>
                <a:latin typeface="Segoe UI"/>
              </a:defRPr>
            </a:pPr>
            <a:r>
              <a:t>• Installation requires connecting to the same network or obtaining camera RTSP links.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37790" y="2994660"/>
            <a:ext cx="7313371" cy="8686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800">
                <a:solidFill>
                  <a:srgbClr val="DCDCDC"/>
                </a:solidFill>
                <a:latin typeface="Segoe UI"/>
              </a:defRPr>
            </a:pPr>
            <a:r>
              <a:t>• Compatible with any standard CCTV camera providing RTSP links, ensuring broad applicability.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37790" y="4000500"/>
            <a:ext cx="7313371" cy="8686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800">
                <a:solidFill>
                  <a:srgbClr val="DCDCDC"/>
                </a:solidFill>
                <a:latin typeface="Segoe UI"/>
              </a:defRPr>
            </a:pPr>
            <a:r>
              <a:t>• Streamlined installation process enhances user experience and operational efficiency.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
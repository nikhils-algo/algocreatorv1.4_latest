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 to Digital Twin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What is a Digital Twin?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 digital twin is a virtual representation of a physical object or system, allowing for real-time monitoring and simulation.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Facilitates predictive analytics and operational optimization by mirroring real-world conditions.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Enables businesses to enhance decision-making through data-driven insights and simulations.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Phases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Phase 1: Focused on fault detection in electrical circuits using NVIDIA Omniverse for simulation.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Phase 2: Transitioned to creating 3D digital twins for human motion simulations in a controlled environment.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Phase 3: Integrated augmented reality for real-time simulations and user interaction.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Phase 1: Fault Detection in Electrical Circuits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Utilized NVIDIA Omniverse platform for creating digital twins of electrical circuits.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Implemented Python programming for flexible simulation requirements.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Key Outcome: Identified NVIDIA Omniverse as the optimal platform for our use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Phase 2: 3D Digital Twin Creation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Developed 3D models using primitives to simulate human interactions in a room.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Enhanced simulation capabilities for more realistic and complex scenarios.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Key Outcome: Established a foundation for advanced simulations in subsequent phases.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Phase 3: Real-Time Simulations and AR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Implemented live tracking of human motions to enhance realism in simulations.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Explored AR functionalities to connect live camera feeds with the Digital Twin platform.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Key Outcome: Achieved real-time simulations that provide immersive experiences.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Applications of Digital Twins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Optimized production environments in industries such as food processing and renewable energy.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Enabled predictive maintenance and performance monitoring of equipment like wind turbines.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Facilitated alert systems to maintain operational efficiency and reduce downtime.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Directions and Value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Expand digital twin applications across various industries to drive innovation.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Leverage data analytics for continuous improvement and operational excellence.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Position the organization as a leader in digital transformation and smart manufacturing.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
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Introduction to Aksha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Overview of Aksha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75b9b979_20251121_103225_5b321621_unit0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Aksha is an intelligent surveillance system designed for automatic monitoring with minimal human intervention.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Utilizes advanced technologies such as Computer Vision, Artificial Intelligence, and Generative AI.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Key functionalities include object detection, anomaly detection, and real-time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Architectural Approaches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Multiple deployment options: Aksha on Edge, Aksha UI &amp; Backend on Edge, and Aksha on Cloud.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Flexible architecture allows for integration with existing systems and scalability.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Supports real-time data processing and high availability through Kubernetes and Kafka.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Key Features of Aksha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75b9b979_20251121_103225_5b321621_unit6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Live recording and processing of surveillance data for immediate insights.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Advanced object detection capabilities, including identification of personnel, vehicles, and unusual behaviors.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Customizable alerts and reporting features, enabling users to tailor notifications to specific needs.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Collaboration and Customization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Collaboration with NDIL to customize Aksha for worker safety, enhancing its utility in industrial settings.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Implemented a phased approach to development, integrating Generative AI for improved functionality.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Successful proof of concept on Raspberry Pi 4B, demonstrating versatility and cost-effectiveness.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Customer Testimonials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487558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515660" y="1188720"/>
            <a:ext cx="6521043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g_test-email@gmail.com_session_75b9b979_20251121_103225_5b321621_unit13_img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828800"/>
            <a:ext cx="3778300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89980" y="1645920"/>
            <a:ext cx="5972403" cy="3840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Clients report significant reductions in human monitoring efforts and enhanced detection of abnormal events.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Positive feedback on the system's ability to provide actionable insights and improve safety measures.</a:t>
            </a:r>
          </a:p>
          <a:p>
            <a:pPr algn="ctr">
              <a:lnSpc>
                <a:spcPct val="130000"/>
              </a:lnSpc>
              <a:spcBef>
                <a:spcPts val="500"/>
              </a:spcBef>
              <a:spcAft>
                <a:spcPts val="10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Customers express eagerness for future updates and innovations from Aksha.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Segoe UI"/>
              </a:defRPr>
            </a:pPr>
            <a:r>
              <a:t>Scalability and Future Prospects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2476" y="1371600"/>
            <a:ext cx="9144000" cy="457200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53996" y="1645920"/>
            <a:ext cx="7680960" cy="4023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Effortless scalability through microservices architecture, enabling easy adaptation to growing needs.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Real-time data processing capabilities ensure timely responses to security incidents.</a:t>
            </a:r>
          </a:p>
          <a:p>
            <a:pPr algn="ctr">
              <a:lnSpc>
                <a:spcPct val="140000"/>
              </a:lnSpc>
              <a:spcBef>
                <a:spcPts val="600"/>
              </a:spcBef>
              <a:spcAft>
                <a:spcPts val="1200"/>
              </a:spcAft>
              <a:defRPr sz="1800">
                <a:solidFill>
                  <a:srgbClr val="FFFFFF"/>
                </a:solidFill>
                <a:latin typeface="Segoe UI"/>
              </a:defRPr>
            </a:pPr>
            <a:r>
              <a:t>▸ Commitment to continuous improvement and innovation in AI-powered surveillance solutions.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
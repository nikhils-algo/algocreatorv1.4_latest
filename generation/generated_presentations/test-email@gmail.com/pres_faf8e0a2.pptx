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GenAI and LLM: Transforming Business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Overview of GenAI and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GenAI leverages Large Language Models (LLMs) to enhance business processes.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LLMs provide capabilities such as document summarization, Q&amp;A, and content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Cloud-based APIs enable seamless integration of proprietary LLMs into client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3839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9pd9yw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85551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Offerings of GenAI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Business Process Automation using LLMs streamlines operations and reduces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Development of LLM-based chatbots enhances customer engagement and service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Enterprise information extraction improves data retrieval and decision-making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_g64ly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Recent Generative AI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Collaboration with NDIL on RAG Toolset Enhancement for improved data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Development of Llama-based applications showcased at GPAI Summit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Implementation of AI-driven decision-making tools for financial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868084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5lrsg1v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685204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LLM Specialization and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Domain-specific LLMs enhance performance for targeted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Specialized models require less computational power, reducing operational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Balancing specificity and versatility is crucial for effective model management.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610042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8_0kpey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4427162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Applications of LLMs in Various Industries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LLMs are being utilized in FinTech for customer service and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Legal advisors leverage LLMs for accurate information retrieval on motor laws.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Healthcare applications benefit from specialized LLMs for patient data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3839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3ar3fd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85551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Advantages of Open Source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Open-source models like Llama provide flexibility and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Self-hosting options enhance data security and privacy for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Cost-effective solutions allow for scalable implementation across various sectors.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021565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fnng0aj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838685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Generative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Emergence of specialized models tailored for specific industry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Integration of multimodal capabilities for enhanced user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Ethical considerations and data privacy will shape future LLM developments.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465842"/>
            <a:ext cx="5302239" cy="1926315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j2y085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557282"/>
            <a:ext cx="5119359" cy="17434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and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Managing the complexity of model updates and maintenance is critical.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Addressing ethical issues surrounding data usage and privacy is essential.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Ensuring compliance with regulations through explainable AI (XAI) practices.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97435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3m7qg2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79147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53fthh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Investing in LLM technology can significantly enhance business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Continuous exploration of specialized LLM applications is recommended.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Engagement with GenAI experts can facilitate tailored solutions for unique business challenges.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41301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qxxfm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58421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
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Introduction to Aksha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What is Aksha?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0e666b05_5b321621_unit0_img0_1e33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Aksha is an intelligent surveillance system designed for automated monitoring.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Utilizes advanced technologies including Computer Vision, Artificial Intelligence, and Gen AI.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Capable of detecting objects and unusual situations with minimal human intervention.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Key Features of Aksha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0e666b05_5b321621_unit18_img0_3c89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Live recording and real-time data processing for immediate insights.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Advanced object detection capabilities, identifying various objects and anomalies.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Customizable alerts that allow users to respond quickly to incidents.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Architectural Approaches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0e666b05_5b321621_unit6_img0_72d06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Multiple deployment options including Aksha on Edge and Cloud.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Flexible architecture with UI and backend options tailored to business needs.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Supports both on-premise and cloud-based solutions for scalability.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Collaboration with NDIL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0e666b05_5b321621_unit1_img0_14b3c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Customized version of Aksha developed for worker safety in collaboration with NDIL.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Integration of Edge + Cloud architecture for enhanced performance.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Phased development approach with continuous support and optimization.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Phased Development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0e666b05_5b321621_unit15_img0_4e31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Phase I: Initial deployment on Raspberry Pi 4B with dual OS support.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Phase II: Enhanced features using Gen AI and improved cloud architecture.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Phase III: Final optimizations and advanced features for better user experience.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Business Value of Aksha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0e666b05_5b321621_unit17_img0_d122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Enhances employee safety by providing real-time monitoring and alerts.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Reduces operational risks through automated anomaly detection.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Improves decision-making with insightful report generation and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Practical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0e666b05_5b321621_unit1_img1_1ab0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Ideal for businesses prioritizing workplace safety and security.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Applicable in various sectors including manufacturing, logistics, and retail.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Supports compliance with safety regulations through continuous monitoring.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Contact Information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0e666b05_5b321621_unit13_img0_86414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For more information, visit: https://aksha.algoanalytics.com/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Contact us at: aksha@algoanalytics.com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Office Location: Alacrity India Innovation Centre, Pune.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Aksha represents a significant advancement in intelligent surveillance technology.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Combines AI and Gen AI to provide a robust solution for modern business challenges.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Investing in Aksha enhances safety, efficiency, and operational excellence.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
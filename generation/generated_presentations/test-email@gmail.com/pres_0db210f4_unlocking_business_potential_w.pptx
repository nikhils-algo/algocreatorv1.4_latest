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914400" y="0"/>
            <a:ext cx="103601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"/>
              </a:defRPr>
            </a:pPr>
            <a:r>
              <a:t>Unlocking Business Potential with LLM and Generative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Understanding LLMs and Generative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LLMs are advanced algorithms designed to learn and replicate human-like text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2815" y="21488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They analyze statistical patterns in large text corpuses to produce coherent and contextually relevant content.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20440"/>
            <a:ext cx="249841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Generative AI leverages LLMs to create new content, enhancing creativity and efficiency in various business applications.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34190" y="2240280"/>
            <a:ext cx="4084320" cy="237744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0bf143e2_20251120_134125_b0c44fc2_unit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30" y="2331720"/>
            <a:ext cx="3901440" cy="21945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Core Offerings in Generative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29081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Development of innovative solutions across both private and public LLM frameworks.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3256" y="21488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Utilization of cutting-edge technologies like Amazon Bedrock for enhanced performance.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29081" y="3520440"/>
            <a:ext cx="2681295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Expertise in multi-modal Generative AI models, enabling diverse applications across industries.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448833"/>
            <a:ext cx="4814681" cy="1960333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test-email@gmail.com_session_0bf143e2_20251120_134125_b0c44fc2_unit48_img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40273"/>
            <a:ext cx="4631801" cy="177745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Specialization and Efficiency of LLMs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Domain-specific LLMs enhance performance for targeted tasks, providing scalable integration.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Specialized models reduce computational power requirements and training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Balancing specificity and versatility is crucial for effective model management and updates.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Practical Applications of LLMs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Applications include chatbots, customer feedback analysis, and legal advisory tools.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LLMs can streamline processes such as employee onboarding and financial advising.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Innovative solutions like travel consultation apps and stock market analysis tools showcase versatility.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Future Trends in Generative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LLMs will evolve with enhanced reasoning and contextual understanding capabilities.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Integration with classical ML models will remain essential for comprehensive solutions.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Ethical considerations and data privacy will shape the development and deployment of LLMs.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Challenges and Considerations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Challenges include managing model complexity, latency, and computational demands.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Addressing ethical concerns and data misuse is critical for maintaining trust.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Continuous improvement and adaptation of LLMs are necessary to meet evolving business needs.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ightCornerCurveDarkGray"/>
          <p:cNvSpPr/>
          <p:nvPr/>
        </p:nvSpPr>
        <p:spPr>
          <a:xfrm>
            <a:off x="0" y="0"/>
            <a:ext cx="12188952" cy="6858000"/>
          </a:xfrm>
          <a:custGeom>
            <a:avLst/>
            <a:pathLst>
              <a:path w="12188952" h="6858000">
                <a:moveTo>
                  <a:pt x="10360609" y="0"/>
                </a:moveTo>
                <a:cubicBezTo>
                  <a:pt x="10970056" y="2057400"/>
                  <a:pt x="11579504" y="4114800"/>
                  <a:pt x="10360609" y="6858000"/>
                </a:cubicBezTo>
                <a:lnTo>
                  <a:pt x="12188952" y="6858000"/>
                </a:lnTo>
                <a:lnTo>
                  <a:pt x="12188952" y="0"/>
                </a:lnTo>
                <a:close/>
              </a:path>
            </a:pathLst>
          </a:custGeom>
          <a:gradFill rotWithShape="1">
            <a:gsLst>
              <a:gs pos="0">
                <a:srgbClr val="444444"/>
              </a:gs>
              <a:gs pos="100000">
                <a:srgbClr val="1C1C1C"/>
              </a:gs>
            </a:gsLst>
            <a:lin ang="2700000" scaled="1"/>
          </a:gradFill>
          <a:ln w="0">
            <a:noFill/>
          </a:ln>
        </p:spPr>
      </p:sp>
      <p:sp>
        <p:nvSpPr>
          <p:cNvPr id="6" name="TextBox 5"/>
          <p:cNvSpPr txBox="1"/>
          <p:nvPr/>
        </p:nvSpPr>
        <p:spPr>
          <a:xfrm>
            <a:off x="731520" y="36576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Conclusion and Next Steps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37790" y="187452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LLMs and Generative AI present significant opportunities for business innovation.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37790" y="297180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Investing in specialized LLM solutions can enhance operational efficiency and customer engagement.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37790" y="4069080"/>
            <a:ext cx="7313371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500">
                <a:solidFill>
                  <a:srgbClr val="000000"/>
                </a:solidFill>
                <a:latin typeface="Calibri"/>
              </a:defRPr>
            </a:pPr>
            <a:r>
              <a:t>• Organizations should prioritize ethical practices and continuous learning to leverage the full potential of Generative AI.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
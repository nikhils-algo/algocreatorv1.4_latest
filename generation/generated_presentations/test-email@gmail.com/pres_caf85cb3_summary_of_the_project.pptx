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Summary of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Introduction to the project focused on enhancing retail applications using Generative AI.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Utilization of both open-source and closed-source frameworks for robust application development.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Objective: Streamline customer interactions and improve overall service efficiency.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Efficiently distills customer-service agent interactions into concise summaries for quick reference.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Supports diverse data formats, allowing for seamless data upload and interpretation.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Incorporates sentiment analysis to provide actionable insights for improving customer satisfaction.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Enhances customer loyalty through improved service quality and responsiveness.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Facilitates the establishment of a quick-access knowledge base for employees, boosting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Enables corporate clients to make data-driven decisions based on comprehensive feedback analysis.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Customization and Scalability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Current accelerators are designed for easy customization to meet specific client needs.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Scalable solutions that can adapt to evolving business requirements and market trends.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Empowers clients to leverage technology for competitive advantage in the retail sector.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Recap of the project's objectives and anticipated impact on retail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Call to action for stakeholders to engage in further discussions on implementation.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Outline of the next steps for project rollout and client collaboration opportunities.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
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 to Natural Language Processing and Its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Understanding Natural Language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c56b3a13_85587c49_unit1_img0_00f6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NLP is a branch of AI focused on enabling computers to understand and generate human language.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Integrates computational linguistics, machine learning, and deep learning for processing unstructured data.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Common applications include virtual assistants, search engines, and automated customer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Techniques in NLP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Text Preprocessing: Essential for transforming raw text into a structured format for analysis.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Tokenization: Splits text into smaller units (tokens) for easier processing.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Stop Word Removal: Eliminates common words that add little meaning, reducing noise in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Advanced NLP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Sentiment Analysis: Automatically gauges emotional tone, valuable for brand monitoring and customer feedback.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Text Summarization: Condenses lengthy documents into concise summaries, enhancing information accessibility.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Word Sense Disambiguation: Resolves multiple meanings of words based on context, improving text understanding.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Machine Learning and Deep Learning in NLP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Neural Networks (RNNs): Effective for sequential data, enhancing language modeling and text generation.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Transformers: Utilize self-attention mechanisms, powering modern Large Language Models (LLMs) like GPT.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Transfer Learning: Leverages pre-trained models for improved performance with minimal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Feature Extraction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Bag-of-Words (BoW): Represents text as an unordered collection of word frequencies, simplifying analysis.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TF-IDF: Evaluates word relevance in documents, aiding in effective text classification.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Word Embeddings: Techniques like Word2Vec map words to dense vectors, capturing semantic relationships.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Practical Applications of NLP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Automated Customer Support: Chatbots enhance customer service efficiency and satisfaction.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Market Analysis: Sentiment analysis provides insights into consumer opinions and trends.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Content Management: Text summarization and classification streamline information retrieval and organization.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of NLP in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Increased Adoption: Businesses are leveraging NLP for data-driven decision-making.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Enhanced User Experience: NLP technologies improve interaction with customers through personalization.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Continuous Innovation: Ongoing advancements in NLP techniques will drive new applications and efficiencies.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
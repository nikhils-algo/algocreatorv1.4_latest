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Introduction to Aksha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Overview of Aksha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g_test-email@gmail.com_session_de5db387_20251119_105355_5b321621_unit0_im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931920" cy="2834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Aksha is an intelligent surveillance system designed for automated monitoring with minimal human intervention.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Utilizes advanced technologies such as Computer Vision, Artificial Intelligence, and Generative AI for real-time analysis.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Capabilities include object detection, anomaly identification, and actionable insights for enhanced security.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Architectural Approaches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Flexible deployment options: Aksha can operate on Edge, Cloud, or a hybrid of both, catering to diverse business needs.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Supports microservices architecture for improved scalability and fault tolerance.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Real-time data processing capabilities ensure timely insights and proactive responses.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Collaboration and Customization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In collaboration with NDIL, Aksha has been customized for worker safety, enhancing operational efficiency.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Phased development approach: Continuous improvements through Gen AI integration and architectural optimizations.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Successful implementation on Raspberry Pi 4B, demonstrating versatility and cost-effectiveness.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Customer Testimonials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Clients report significant reductions in human monitoring efforts and enhanced detection of unforeseen events.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Positive feedback highlights Aksha's ability to provide actionable insights, improving overall security posture.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Customers express eagerness for future updates and innovations, showcasing trust in Aksha's evolving capabilities.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g_test-email@gmail.com_session_de5db387_20251119_105355_5b321621_unit6_im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3931920" cy="283464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Installation and Compatibility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g_test-email@gmail.com_session_de5db387_20251119_105355_5b321621_unit13_im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931920" cy="2834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Aksha is compatible with any standard CCTV camera that supports RTSP links, ensuring broad applicability.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Installation involves straightforward steps, making it accessible for various operational environments.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Customizable alerts and live data processing enhance user experience and operational responsiveness.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
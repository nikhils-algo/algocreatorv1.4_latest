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212529"/>
                </a:solidFill>
                <a:latin typeface="Segoe UI"/>
              </a:defRPr>
            </a:pPr>
            <a:r>
              <a:t>Introduction to Aksha Surveillance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66CC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Overview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956b684f_20251120_145658_5b321621_unit0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Aksha is an intelligent surveillance system designed for automatic monitoring with minimal human intervention.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Utilizes advanced technologies such as Computer Vision, Artificial Intelligence, and Gen AI.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Capable of detecting objects and unusual situations, enabling proactive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Key Features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956b684f_20251120_145658_5b321621_unit1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Live recording and real-time data processing for immediate insights.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Advanced object detection capabilities including various entities like vehicles, personnel, and anomalies.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Customizable alert system allowing users to set specific notifications at their fingertips.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Customer Testimonials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956b684f_20251120_145658_5b321621_unit6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Clients report significant reductions in human monitoring efforts and improved detection of unforeseen events.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Positive feedback highlights the system's ability to enhance CCTV utility and operational safety.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Ongoing anticipation for future updates and innovations from Aksha.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Installation and Compatibility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Aksha can be installed on any standard CCTV camera that supports RTSP links.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Installation involves connecting to an edge device within the same network as the DVR/NVR.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Compatible with a variety of camera types, ensuring flexibility in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Technological Advancements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Collaboration with NDIL has led to the development of a customized version of Aksha for worker safety.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Integration of Gen AI to enhance features and improve anomaly detection capabilities.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Architectural improvements for better performance and scalability, including cloud and edge computing 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Current Developments and 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956b684f_20251120_145658_5b321621_unit13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Ongoing enhancements to support multi-edge architecture for improved camera management.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Centralized GUI for monitoring multiple cameras running on different hardware devices.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Future plans include expanding functionalities and optimizing user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Contact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For more information, visit: https://aksha.algoanalytics.com/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Contact us at: aksha@algoanalytics.com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Office Location: Alacrity India Innovation Centre, Pune, India.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
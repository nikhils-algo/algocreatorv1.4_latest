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259dfb84_20251121_102927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automated monitoring with minimal human intervention.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including Computer Vision, Artificial Intelligence, and Generative AI for enhanced functionality.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Capable of detecting objects and unusual situations, enabling proactive responses and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Offers multiple architectural configurations: Aksha on Edge (On Premise), Aksha UI &amp; Backend on Edge, and hybrid models combining Edge &amp; Cloud.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seamless integration with existing infrastructure to enhance operational efficiency.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Designed for scalability and flexibility to adapt to various business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259dfb84_20251121_102927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live recording and processing of video data for immediate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Advanced object detection capabilities including identification of personnel, vehicles, and safety gear compliance.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alerts allow users to set specific notifications for critical events, enhancing responsiveness.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 collaboration with NDIL, Aksha has been customized for worker safety, integrating Edge + Cloud solutions.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Phased development approach: Phase I focused on foundational capabilities, Phase II enhanced features with Generative AI, and Phase III optimized performance.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Successful implementation on Raspberry Pi 4B demonstrates versatility and cost-effectiveness.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259dfb84_20251121_102927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Clients report significant reductions in human monitoring efforts and enhanced detection of abnormal events.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Feedback highlights the value of Aksha in transforming traditional CCTV setups into proactive safety systems.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Continued interest in future updates indicates strong customer satisfaction and trust in Aksha's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Scalability and Future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Effortless scalability through microservices architecture using Kubernetes and Kafka for high message volumes.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Decoupled architecture enhances fault tolerance and maintainability, allowing for independent service updates.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Real-time data processing capabilities ensure timely insights, positioning Aksha as a leader in intelligent surveillance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
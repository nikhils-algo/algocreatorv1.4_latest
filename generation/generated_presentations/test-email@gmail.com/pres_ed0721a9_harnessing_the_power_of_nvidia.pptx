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Harnessing the Power of NVIDIA GPUs for Business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Evolution of GPUs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af88bf2f_20251120_201114_52f9ec21_unit0_im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Transitioned from specialized graphics rendering to general-purpose parallel processors.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Optimized architecture for massive parallelism enables efficient data-intensive tasks.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Critical in High-Performance Computing (HPC) and scientific simulations.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Architectural 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af88bf2f_20251120_201114_52f9ec21_unit0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Thousands of cores designed for high-throughput, enabling simultaneous processing of multiple data streams.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Superior performance in 'embarrassingly parallel' problems compared to traditional CPUs.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Key enabler of deep learning and AI, significantly reducing model training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Business Applications of NVIDIA GPUs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Accelerate complex simulations in fields like finance, weather forecasting, and molecular dynamics.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Enhance capabilities in natural language processing and computer vision applications.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Drive innovation in autonomous systems through rapid data processing and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Energy Efficiency and Time-to-Discovery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GPUs deliver faster results with lower energy consumption compared to traditional computing methods.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Accelerate time-to-discovery in scientific research and business insights.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Support real-time data processing needs, essential for modern business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Future of GPUs in Business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As AI models grow, GPUs will remain central to technological advancements in various sectors.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Continued evolution of GPU technology will drive efficiency and innovation in business processes.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Investment in GPU capabilities is critical for organizations aiming to leverage big data and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
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Harnessing Cloud AI for Business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Cloud AI: Driving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Enhances decision-making through real-time analytics and insights.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Enables scalable solutions tailored to specific business needs.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Facilitates automation of key processes, improving efficiency and productivity.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cost optimization strategies through advanced cloud management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Cloud AI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End-to-end AI capabilities including model training, deployment, and monitoring.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Integration of MLOps for reliable model performance tracking and automated retraining.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Robust security measures ensuring data protection and compliance.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Utilization of serverless computing for enhanced scalability and reduced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 of Cloud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Lead Analytics for financial services, enabling predictive insights.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Smart City projects leveraging AI for real-time surveillance and alert systems.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NLP-driven tools for stock research, enhancing decision-making in investments.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Automated CI/CD pipelines for continuous improvement and deployment of AI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Operational Excellence with Cloud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DevOps practices ensuring efficient development and deployment cycles.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FinOps strategies achieving significant cost reductions and performance tracking.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SecOps integration for proactive threat management and incident response.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Comprehensive automation frameworks to streamline operations and reduce manual efforts.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Cloud AI is a transformative tool for enhancing business operations.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Investing in Cloud AI can lead to significant competitive advantages.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Explore tailored solutions to meet specific organizational needs.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Contact us for a detailed consultation on implementing Cloud AI in your business.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
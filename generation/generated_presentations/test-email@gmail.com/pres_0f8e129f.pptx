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0" y="914400"/>
            <a:ext cx="1097280" cy="1097280"/>
          </a:xfrm>
          <a:prstGeom prst="ellipse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0" y="1371600"/>
            <a:ext cx="1097280" cy="1097280"/>
          </a:xfrm>
          <a:prstGeom prst="ellipse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1828800"/>
            <a:ext cx="1097280" cy="1097280"/>
          </a:xfrm>
          <a:prstGeom prst="ellipse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600" b="1">
                <a:solidFill>
                  <a:srgbClr val="212529"/>
                </a:solidFill>
                <a:latin typeface="Segoe UI"/>
              </a:defRPr>
            </a:pPr>
            <a:r>
              <a:t>Algoanalytics AI Products: Transforming Business with Intelligent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114800"/>
            <a:ext cx="85313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66CC"/>
                </a:solidFill>
                <a:latin typeface="Segoe UI"/>
              </a:defRPr>
            </a:pPr>
            <a:r>
              <a:t>Advanced AI Solutions for Manufacturing Excellence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6126480"/>
            <a:ext cx="6702552" cy="27432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12529"/>
                </a:solidFill>
                <a:latin typeface="Segoe UI"/>
              </a:defRPr>
            </a:pPr>
            <a:r>
              <a:t>Introduction to Algoanalytics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F8F9FA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33_img_003_9fc32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  <a:ln w="25400">
            <a:solidFill>
              <a:srgbClr val="0066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Specialist data analytics company focused on AI/ML-powered solutions.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Over 100 successful AI solution implementations across various domains.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Expertise in Classical ML, Deep Learning, and emerging technologies like Quantum Computing.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C757D"/>
                </a:solidFill>
                <a:latin typeface="Segoe UI"/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12529"/>
                </a:solidFill>
                <a:latin typeface="Segoe UI"/>
              </a:defRPr>
            </a:pPr>
            <a:r>
              <a:t>Core AI Product Offerings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F8F9FA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33_img_002_2444c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  <a:ln w="25400">
            <a:solidFill>
              <a:srgbClr val="0066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AI-powered Video Surveillance: Enhancing security through intelligent monitoring.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AI-powered Parts Inspection: Streamlining quality control processes.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NLP-based Analytics Platform: Transforming unstructured data into actionable insights.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C757D"/>
                </a:solidFill>
                <a:latin typeface="Segoe UI"/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12529"/>
                </a:solidFill>
                <a:latin typeface="Segoe UI"/>
              </a:defRPr>
            </a:pPr>
            <a:r>
              <a:t>Gen AI Tech Stack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F8F9FA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07_img_002_a082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  <a:ln w="25400">
            <a:solidFill>
              <a:srgbClr val="0066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Comprehensive tech stack including user experience, orchestration, and integration frameworks.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Focus on data readiness and vectorization for optimal model performance.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Utilization of third-party tools for data extraction and model fine-tuning.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C757D"/>
                </a:solidFill>
                <a:latin typeface="Segoe UI"/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12529"/>
                </a:solidFill>
                <a:latin typeface="Segoe UI"/>
              </a:defRPr>
            </a:pPr>
            <a:r>
              <a:t>Infrastructure and Tools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F8F9FA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32_img_000_d9bb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  <a:ln w="25400">
            <a:solidFill>
              <a:srgbClr val="0066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Robust cloud infrastructure for scalable AI solutions.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Integration of advanced tools like Azure Document Intelligence and Mistral LLM.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Monitoring and observability tools for enhanced model performance tracking.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C757D"/>
                </a:solidFill>
                <a:latin typeface="Segoe UI"/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12529"/>
                </a:solidFill>
                <a:latin typeface="Segoe UI"/>
              </a:defRPr>
            </a:pPr>
            <a:r>
              <a:t>Business Value of AI Products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F8F9FA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23_img_000_274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  <a:ln w="25400">
            <a:solidFill>
              <a:srgbClr val="0066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Drive operational efficiency and reduce costs through automation.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Enhance decision-making capabilities with data-driven insights.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Improve customer experiences by leveraging AI for personalized services.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C757D"/>
                </a:solidFill>
                <a:latin typeface="Segoe UI"/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12529"/>
                </a:solidFill>
                <a:latin typeface="Segoe UI"/>
              </a:defRPr>
            </a:pPr>
            <a:r>
              <a:t>Practical Applications in Various Industries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F8F9FA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08_img_008_3f750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  <a:ln w="25400">
            <a:solidFill>
              <a:srgbClr val="0066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Telecom: Optimizing network performance and customer service.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Insurance: Risk assessment and fraud detection using predictive modeling.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Manufacturing: Quality assurance and predictive maintenance.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C757D"/>
                </a:solidFill>
                <a:latin typeface="Segoe UI"/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12529"/>
                </a:solidFill>
                <a:latin typeface="Segoe UI"/>
              </a:defRPr>
            </a:pPr>
            <a:r>
              <a:t>Custom AI Solutions and Consulting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2476" y="1371600"/>
            <a:ext cx="9144000" cy="4572000"/>
          </a:xfrm>
          <a:prstGeom prst="rect">
            <a:avLst/>
          </a:prstGeom>
          <a:solidFill>
            <a:srgbClr val="F8F9FA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53996" y="1645920"/>
            <a:ext cx="76809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t>• Tailored AI solution development to meet specific business needs.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t>• Expert consulting services in AI R&amp;D to guide implementation.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t>• Collaboration with clients to ensure alignment with business objectives.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C757D"/>
                </a:solidFill>
                <a:latin typeface="Segoe UI"/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12529"/>
                </a:solidFill>
                <a:latin typeface="Segoe UI"/>
              </a:defRPr>
            </a:pPr>
            <a:r>
              <a:t>Future Directions and Innovations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F8F9FA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28_img_005_c721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  <a:ln w="25400">
            <a:solidFill>
              <a:srgbClr val="0066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Exploring advancements in Quantum Computing for enhanced processing power.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Continuous development of Digital Twin technologies for real-time simulations.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Commitment to evolving AI capabilities to address emerging business challenges.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C757D"/>
                </a:solidFill>
                <a:latin typeface="Segoe UI"/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12529"/>
                </a:solidFill>
                <a:latin typeface="Segoe UI"/>
              </a:defRPr>
            </a:pPr>
            <a:r>
              <a:t>Conclusion and Call to 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F8F9FA"/>
          </a:solidFill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33_img_001_6514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  <a:ln w="25400">
            <a:solidFill>
              <a:srgbClr val="0066C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Invest in AI solutions to stay competitive in a rapidly evolving market.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Leverage Algoanalytics' expertise to unlock the full potential of AI.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t>• Engage with us for a consultation to explore tailored AI strategies.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C757D"/>
                </a:solidFill>
                <a:latin typeface="Segoe UI"/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
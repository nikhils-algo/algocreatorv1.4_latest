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9144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0" y="13716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18288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Introduction to Aksha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474720"/>
            <a:ext cx="8531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96FF"/>
                </a:solidFill>
                <a:latin typeface="Segoe UI"/>
              </a:defRPr>
            </a:pPr>
            <a:r>
              <a:t>Advanced AI Solutions for Manufacturing Excellence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6126480"/>
            <a:ext cx="6702552" cy="274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What is Aksha?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g_test-email@gmail.com_session_570da3de_20251119_114525_5b321621_unit0_im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3931920" cy="28346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Aksha is an intelligent surveillance system designed for automated monitoring with minimal human intervention.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Utilizes advanced technologies such as Computer Vision, Artificial Intelligence, and Generative AI for real-time analysis.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Capable of detecting objects and unusual situations, enhancing situational awareness and security.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Key Features of Aksha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Live recording and processing of surveillance data for immediate insights.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Advanced object detection capabilities, including identifying people, vehicles, and specific anomalies.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Customizable alerts that empower users to respond promptly to critical events.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g_test-email@gmail.com_session_570da3de_20251119_114525_5b321621_unit6_im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3931920" cy="283464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Architectural Approaches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Supports multiple deployment architectures: On-Premise, Edge, and Cloud solutions.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Decoupled architecture enhances fault tolerance and maintainability.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Effortless scalability through microservices and real-time data processing capabilities.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Collaboration and Customization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Collaboration with NDIL led to the development of 'Aksha for Workers Safety' with enhanced features.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Implemented Generative AI to improve anomaly detection and reporting capabilities.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Successful deployment on Raspberry Pi 4B, demonstrating flexibility and cost-effectiveness.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Customer Testimonials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Clients report significant reductions in human monitoring efforts and enhanced detection of abnormal events.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Positive feedback highlights the system's ability to provide actionable insights and improve safety.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Customers express eagerness for ongoing updates and innovations from Aksha.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Getting Started with Aksha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Installation is straightforward: Requires camera RTSP links and an Edge device within the same network.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Compatible with any standard CCTV camera that supports RTSP, ensuring broad applicability.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Support and resources available for seamless integration and deployment.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
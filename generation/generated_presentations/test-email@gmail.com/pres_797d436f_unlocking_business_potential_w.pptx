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Unlocking Business Potential with GenAI and LLM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Power of Generative AI and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Generative AI (GenAI) and Large Language Models (LLMs) are transforming business operations across industries.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LLMs enhance capabilities in document summarization, customer service automation, and data retrieval.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Key applications include chatbots, personalized assistants, and dynamic content generation.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3839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oxi06_m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85551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Innovative Use Cases and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Utilizing LLMs for autonomous agents and advanced document reading to streamline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Deployment of AI-driven chatbots for customer service, travel consultation, and insurance FAQs.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Integration of LLMs in financial decision-making tools, enhancing accuracy and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3839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pdfeeej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85551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Customization and Flexibility with Open Source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Open-source LLMs like Meta's Llama 2 provide businesses with control, transparency, and customization options.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Self-hosting capabilities enhance data security and privacy, crucial for sensitive business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Cost-effective solutions allow for scalable implementations tailored to specific business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2021565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yxzhvo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1838685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Generative AI and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Emerging trends include specialized models for industry-specific applications and multimodal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Integration with classical machine learning models will enhance the robustness of AI 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Addressing ethical concerns and data privacy will be paramount as LLMs evolve.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ete39qc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a26ex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Partnering for Success with GenAI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Our expertise in GenAI and LLM frameworks positions us to deliver innovative solutions tailored to your business.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End-to-end solution development ensures seamless integration into existing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Join us in leveraging the transformative power of GenAI to drive efficiency and growth in your organization.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41301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m5ng1vz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58421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
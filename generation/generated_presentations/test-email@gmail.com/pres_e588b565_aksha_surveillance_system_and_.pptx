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Aksha Surveillance System and Digital Twin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Introduction to Aksha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18_img_000_3e700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Aksha is an intelligent surveillance system designed for automated monitoring with minimal human intervention.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Utilizes advanced technologies such as Computer Vision, Artificial Intelligence, and Gen AI.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Focuses on real-time object detection and anomaly identification to enhance safety and security.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Core Features of Aksha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00_img_001_be0e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24/7 monitoring capabilities with live recording and data processing.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Advanced object detection for various entities including vehicles, people, and unusual behaviors.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Customizable alert systems that allow users to set specific notifications based on detected anomalies.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Business Value Proposition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11_img_001_e928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Transforms traditional CCTV setups into smart surveillance systems, enhancing operational efficiency.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Reduces human monitoring efforts, allowing businesses to allocate resources more effectively.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Low capital expenditure (CapEx) with SaaS-based pricing models, making it accessible for various industries.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Applications in Industrial Settings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08_img_008_3f750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Customized solutions for worker safety monitoring in construction and industrial environments.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Real-time insights into worker activities and safety compliance through advanced video analytics.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Seamless integration with existing infrastructure, ensuring minimal disruption during implementation.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Case Study: Worker Safety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14_img_000_3d58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Development of a video analytics solution specifically for monitoring worker safety at construction sites.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Utilized Aksha's capabilities to address challenges in real-time monitoring and anomaly detection.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Phased implementation approach tailored to client needs, enhancing adaptability and effectiveness.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Collaborative Development Efforts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23_img_000_274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Collaboration with NDIL to customize Aksha for enhanced worker safety features.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Successful integration of Gen AI to improve detection accuracy and reporting capabilities.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Phased development approach with continuous support to optimize performance on edge devices.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Customer Testimonials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33_img_003_9fc3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Positive feedback highlighting the reduction in human monitoring efforts and improved anomaly detection.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Clients appreciate the flexibility and customization options that Aksha provides.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Recognition of Aksha's role in transforming traditional surveillance into proactive safety management.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Future Innovations and Updates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33_img_002_2444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Ongoing enhancements to Aksha's features, including further integration of Gen AI capabilities.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Plans for expanding applications across various sectors beyond construction and industrial domains.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Commitment to continuous improvement based on client feedback and technological advancements.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Conclusion and Call to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38_img_005_f4a3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Aksha represents a significant advancement in surveillance technology, prioritizing safety and efficiency.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Encouragement for stakeholders to explore Aksha's capabilities for their specific business needs.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Invitation for further discussions on implementation strategies and potential collaborations.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
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ovy_y3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1522476" y="1600200"/>
            <a:ext cx="9144000" cy="365760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2476" y="2514600"/>
            <a:ext cx="9144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Transforming Surveillance with Aksha: The Future of Intelligent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2476" y="4160520"/>
            <a:ext cx="9144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6496FF"/>
                </a:solidFill>
                <a:latin typeface="Segoe UI"/>
              </a:defRPr>
            </a:pPr>
            <a:r>
              <a:t>AI-Powered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ovy_y3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Introduction to Aksha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Aksha is an intelligent surveillance system designed to enhance employee safety and operational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Utilizes advanced technologies like AI and Gen AI for real-time monitoring and anomaly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Minimizes human intervention by automatically detecting objects and unusual situations.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3104037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sbum_zj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2921157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ovy_y3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Features of Aksha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Live recording and data processing for continuous oversight.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Customizable alerts for various scenarios, ensuring immediate response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Comprehensive object detection including people, vehicles, and specific behaviors (e.g., no helmet).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285744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avd2c89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3102864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ovy_y3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Business Value and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Transforms traditional CCTV setups into smart surveillance systems, enhancing security measures.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Offers 24/7 monitoring with real-time alerts, reducing response times to incidents.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Generates insightful reports for data-driven decision-making and operational improvements.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336468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wcltzx1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4153588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ovy_y3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Seamless Integration and Compatibility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Compatible with any standard CCTV camera that provides RTSP links, ensuring flexibility.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Supports various architectural approaches including on-premise and cloud solutions.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Easily integrates with third-party systems, enhancing existing security infrastructures.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4084320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csz6_n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390144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ovy_y3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Getting Started with Aksha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Simple installation process: Connect to the same network as your cameras and install Aksha on an edge device.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Low capital expenditure with SaaS-based pricing models for cost-effective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Contact us for a personalized demo and to explore how Aksha can meet your surveillance needs.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127532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x2cymw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944652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
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914400" y="0"/>
            <a:ext cx="10360152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Generative AI in Fintech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The Rise of Generative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Generative AI is transforming the Fintech landscape by enabling innovative solutions.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The market is projected to grow at a CAGR of 36.1% from 2023 to 2030, reaching $10 billion.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Key applications include compliance, fraud detection, and customer service enhancements.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Applications Across Fintech Segments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Generative AI is utilized in risk management, credit scoring, and wealth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Synthetic data generation aids in compliance and fraud detection, reducing false positives.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Customer behavior analytics powered by AI enhances personalized financial services.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Adoption by Industry Leaders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Capital One and JPMorgan Chase leverage Generative AI for fraud detection, improving accuracy and customer satisfaction.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Morgan Stanley utilizes OpenAI to provide insights for financial advisors, enhancing decision-making.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Wells Fargo focuses on automating document processing and scaling virtual assistant capabilities.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Market Trends and 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Compliance and fraud detection dominated applications in 2022, accounting for 19.1% of the market.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Investment banking remains a significant segment for Generative AI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North America led revenue share in 2022, with a focus on on-premise solutions.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Future of Generative AI in Fintech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The evolution of Large Language Models (LLMs) is driving the Generative AI boom.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2815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Emergence of vector databases enhances data processing capabilities for financial applications.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A shift towards explainable AI (XAI) is crucial for regulatory compliance and trust.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190" y="2240280"/>
            <a:ext cx="4084320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_test-email@gmail.com_session_2584219a_20251120_134624_6301e0cf_unit2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30" y="2331720"/>
            <a:ext cx="3901440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Case Studies and Success Stories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Goldman Sachs and Citadel explore Generative AI for internal software development and analytics.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Successful implementation of AI-driven solutions leads to significant cost reductions.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Real-world applications demonstrate improved operational efficiency and customer engagement.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Our Journey and Future Directions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At AlgoAnalytics, we are committed to exploring diverse applications of Generative 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Our approach involves using advanced ML frameworks to create customizable technology solutions.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We aim to lead the Fintech sector in innovative AI-driven transformations.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
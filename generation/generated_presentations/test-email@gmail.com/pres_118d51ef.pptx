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Algoanalytics AI Products: Transforming Business with Advanced AI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Overview of Algoanalytics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Specialist Data Analytics company focused on AI/ML-powered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Over 100 successful AI solution implementations across various domains.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Expertise in Classical ML, Deep Learning, Quantum Computing, and Digital Twin technologies.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41301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1do_jlz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58421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Core Offerings of Algoanalytics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Custom AI Solution Development tailored to specific business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Cloud Data Engineering services for scalable data 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• AI R&amp;D and Consulting to drive innovation and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fswpgjz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Gen AI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Comprehensive Gen AI tech stack including Apps, Data, and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Expertise in orchestration and integration frameworks for seamless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Utilization of advanced tools such as vector databases and LLMs for enhanced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868084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sq408yt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685204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AI-Powered Products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AI-powered video surveillance for enhanced security and monitoring.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AI-powered parts inspection to improve quality control in manufacturing.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NLP-based analytics platform for extracting insights from unstructured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368323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y16i8h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50035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Applications in Various Industries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Telecommunications: Enhancing customer experience and operational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Insurance: Leveraging AI for risk assessment and fraud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Manufacturing: Streamlining processes with AI-driven quality assurance.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ety1dh6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Infrastructure and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Cloud infrastructure for scalable and flexible AI deployments.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Integration of third-party tools for data extraction and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Monitoring and observability tools to ensure model performance and reliability.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127532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hbo92h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44652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of Algoanalytics AI Products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Increased operational efficiency through automation and AI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Enhanced decision-making capabilities with data-driven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• Cost reduction and improved ROI from AI-driven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39tzoqq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Directions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7790" y="198882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Continued investment in emerging technologies like Quantum Computing.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7790" y="299466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• Expansion of AI applications across new industries and use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37790" y="4000500"/>
            <a:ext cx="7313371" cy="868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900">
                <a:solidFill>
                  <a:srgbClr val="DCDCDC"/>
                </a:solidFill>
                <a:latin typeface="Segoe UI"/>
              </a:defRPr>
            </a:pPr>
            <a:r>
              <a:t>• Focus on developing sustainable and ethical AI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vv_q7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Call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Algoanalytics is positioned to lead in AI innovation and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Explore partnership opportunities to leverage AI for business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Contact us for a consultation on tailored AI solutions for your organization.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240929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wtoofhu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222641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
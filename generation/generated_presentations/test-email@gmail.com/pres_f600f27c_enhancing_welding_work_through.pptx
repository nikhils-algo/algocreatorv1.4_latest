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12529"/>
                </a:solidFill>
                <a:latin typeface="Segoe UI"/>
              </a:defRPr>
            </a:pPr>
            <a:r>
              <a:t>Enhancing Welding Work Through Data-Driven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Overview of Welding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5_img_000_504a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Welding is a critical process in manufacturing, impacting product quality and durability.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Data collection and analysis are essential for identifying defects and improving welding techniques.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Utilizing advanced technologies like AI and sound analysis can enhance quality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AI-Driven Quality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Implementation of sound analysis models to classify weld quality in real-time.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Detection of welding defects such as lack of penetration, porosity, and spatter.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Automated data collection from multiple modalities (audio, video, sensor data) ensures comprehensive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Case Study: Data Acquisition for Intel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Collaborative project with a global semiconductor manufacturer to collect extensive welding data.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Setup included robotic welding machines equipped with cameras and microphones for synchronized data logging.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Focus on identifying and documenting various welding defects to improve manufacturing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Benefits of Enhanced Welding Data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5_img_000_504a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Improved defect detection leads to higher product quality and reduced rework costs.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Data-driven insights enable proactive adjustments in welding processes, enhancing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Comprehensive datasets facilitate better training of AI models for future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Future Directions in Welding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1_img_005_b70b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Continued integration of AI and machine learning for predictive maintenance and quality assurance.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Expansion of data collection techniques to include additional sensor modalities for richer datasets.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Collaboration with industry leaders to refine welding processes and set new quality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
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Our Two Projects: AlgoFabric and Aksha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Overview of AlgoFabric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02_img_000_dccf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AlgoFabric is a SaaS platform designed to provide AI-powered financial insights.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Utilizes state-of-the-art NLP models combined with numerical data analysis.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Offers features like news aggregation, sentiment analysis, and risk assessment.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Provides a 360-degree view of companies with daily updates on stock performance.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Integrates a user-friendly LLM-powered chatbot for enhanced user interaction.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Key Features of AlgoFabric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02_img_001_f9f8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Real-time dashboard for monitoring backend task performance and debugging.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Displays mutual fund investment compositions for selected stocks.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Generates insights from news articles using small language models for faster processing.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Expanding portfolio by incorporating additional companies based on stock recommendations.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Personalized information digest tailored to user preferences.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Business Value of AlgoFabric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33_img_003_9fc3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Enhances decision-making with data-driven insights and timely information.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Provides a competitive edge through comprehensive market analysis.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Facilitates risk management with predictive analytics and sentiment trends.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Improves user understanding and engagement with personalized features.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Supports strategic investment decisions with detailed shareholding patterns.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Introduction to Aksha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00_img_001_be0e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Aksha is a customized solution for worker safety developed in collaboration with NDIL.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Runs on an Edge + Cloud architecture, enhancing operational efficiency.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Incorporates Gen AI features for improved functionality and user experience.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Successfully completed three phases of customization, focusing on real-time safety monitoring.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Utilizes Raspberry Pi 4B for effective deployment in various environments.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Aksha Customization Phases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18_img_000_3e70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Phase I: Initial deployment on Raspberry Pi with OS support for Linux and SPECTRA.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Phase II: Enhanced features using Gen AI and image prompt engineering.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Phase III: Architectural improvements for better performance and cloud integration.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Continuous support provided to NDIL for operational efficiency.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Focus on optimizing code for better frame rates and notification systems.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Business Value of Aksha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08_img_008_3f75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Enhances workplace safety through real-time monitoring and alerts.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Reduces operational risks with advanced AI-driven analytics.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Improves compliance with safety regulations and standards.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Facilitates data-driven decision-making in safety management.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Supports scalability and adaptability across various operational contexts.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Conclusion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23_img_000_274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Both AlgoFabric and Aksha represent significant advancements in their respective fields.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Continued investment in AI and data analytics will drive further innovation.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Engagement with stakeholders is crucial for successful implementation and feedback.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Explore opportunities for collaboration and integration across platforms.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For more information, visit our websites or contact us directly.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
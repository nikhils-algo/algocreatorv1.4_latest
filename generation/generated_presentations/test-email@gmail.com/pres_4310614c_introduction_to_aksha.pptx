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914400" y="0"/>
            <a:ext cx="103601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Introduction to Aksha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What is Aksha?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Aksha is an intelligent surveillance system designed for automated monitoring with minimal human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Utilizes advanced technologies such as Computer Vision, Artificial Intelligence, and Generative 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Capable of detecting objects and unusual situations, enabling proactive responses.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3285744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a2091707_20251120_223510_5b321621_unit0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3102864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Key Features of Aksha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Live recording and real-time data processing for immediate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Advanced object detection capabilities, including monitoring for safety gear and unusual activities.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Customizable alerts allow users to set specific notifications based on detected anomalies.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4084320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a2091707_20251120_223510_5b321621_unit13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3901440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Architectural Approaches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Flexible deployment options: Aksha can operate on-premise, in the cloud, or in hybrid configurations.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Supports microservices architecture for scalability and resilience using Kubernetes.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Real-time data streaming facilitated by Kafka for timely insights and actions.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Client Success Stories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Clients report significant reductions in human monitoring efforts and improved event detection.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Positive feedback highlights Aksha's ability to transform traditional CCTV usage into proactive safety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Ongoing updates and innovations are anticipated to enhance system capabilities further.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40280"/>
            <a:ext cx="4084320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a2091707_20251120_223510_5b321621_unit6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3901440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Installation and Compatibility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Easy installation process: Requires connection to standard CCTV cameras providing RTSP links.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Compatible with a wide range of CCTV systems, ensuring flexibility in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Installation can be conducted on edge devices within the same network as DVR/NVR.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Future of Aksha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Continuous enhancements through collaboration with industry partners like NDIL.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Integration of Generative AI to improve anomaly detection and reporting capabilities.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Commitment to scalability and performance improvements to meet growing market demands.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
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AI-powered financial insights platform designed for stock research and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Combines advanced NLP models with numerical data for comprehensive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real-time access to diverse data types, including news and social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1_f9f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Dashboard for monitoring backend tasks, enabling quick debugging and issue resolution.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news aggregation and sentiment analysis for informed decision-making.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Stock picking and recommendation strategies based on historical performance and market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Generalization and Adaptability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Designed for adaptability across various domains: finance, sports, politics, and education.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Feature engineering techniques applicable to diverse datasets enhance generalizability.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User interface components can be customized for different applications and user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Upcoming Features and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mutual fund investment composition for comprehensive asset management.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Expansion of stock portfolio to align with evolving stock picking strategies.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Deployment of small language models for faster insights generation from news articles.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and Strategic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Empowers traders with intelligent insights, enhancing decision-making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competitive edge through timely information and personalized updates.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risk analysis and trend detection, supporting strategic investment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
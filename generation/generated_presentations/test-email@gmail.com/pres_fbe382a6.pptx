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Aksha?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Aksha is an intelligent surveillance system designed for automated monitoring with minimal human intervention.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Utilizes advanced technologies such as Computer Vision, Artificial Intelligence, and Generative AI for enhanced functionality.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Capable of detecting objects and unusual situations, enabling proactive responses and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285744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26pkr2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102864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Offers multiple architectural configurations: On-Premise, Edge + Cloud, and Cloud-based UI with Edge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Facilitates flexibility in deployment to meet diverse business needs and operational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Supports seamless integration with existing infrastructure for enhanced scalability and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10403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v2jui1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292115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Live data recording and processing with real-time object detection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Advanced image analysis powered by Generative AI, identifying various objects and anomalies.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Customizable alert system that empowers users to set alerts tailored to their specific operational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2d9mnb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Customer Success Stories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Clients report significant reductions in human monitoring efforts and enhanced CCTV utility.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Positive feedback highlights the system's ability to detect abnormal events, improving safety and operational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Customers express eagerness for future updates and innovations, indicating strong trust in Aksha's capabilities.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v9u09m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Scalability and Architecture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7790" y="189738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Effortless scalability through microservices managed by Kubernetes, accommodating high message volumes with Kafka.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0" y="299466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Decoupled architecture enhances service development and deployment, improving fault tolerance.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7790" y="400050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Real-time data processing ensures timely insights and actions, maintaining high availability and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Installation and Compatibility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7790" y="194310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Installation requires access to the same network as the camera or RTSP links for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0" y="294894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Compatible with any standard CCTV camera that provides RTSP links, ensuring broad applicability.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7790" y="395478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Simple installation steps facilitate quick deployment and integration into existing surveillance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km8dog1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Contact and Further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For more information, visit our website: https://aksha.algoanalytics.com/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Contact us at: aksha@algoanalytics.com for inquiries or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Visit our office at Alacrity India Innovation Centre, Pune for a personal demonstration.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2354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mosplpi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4066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
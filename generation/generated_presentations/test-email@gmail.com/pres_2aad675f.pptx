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GenAI and LLM: Transforming Business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GenAI and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1_img_000_3038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Overview of Generative AI (GenAI) and its significance in modern business.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Introduction to Large Language Models (LLMs) and their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Importance of LLMs in automating and enhancing business processes.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Offerings of GenAI and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Development of personalized assistants and copilots for enhanced productivity.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Enterprise document Q&amp;A and summarization to streamline information retrieval.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Dynamic RFP response generation to improve proposal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Industry Applications of LLMs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7_img_000_3708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Use cases in customer service, including chatbots and virtual employee services.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Application in financial decision-making through AI Mirror integration.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Translation model evaluation for multilingual e-learning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Benefits of Specialized LLMs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5_img_000_e8ab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Domain-specific LLMs enhance performance by tailoring to specific tasks.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Efficiency gains through smaller, specialized models requiring less computational power.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Challenges include complexity in model management and maintaining versatility.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Technological Innovations and Frameworks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2_img_000_d9b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Utilization of Meta's Llama 2 framework for robust LLM solutions.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Integration of cutting-edge technologies for enhanced data security and privacy.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Exploration of open-source models for greater control and flexibility.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Trends in Generative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7_img_002_a08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Emergence of specialized models tailored for specific industries.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Integration of LLMs with classical machine learning models for comprehensive solutions.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Addressing ethical concerns and data privacy issues in LLM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Recap of the transformative potential of GenAI and LLM in business.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Call to action for exploring LLM solutions tailored to organizational needs.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Encouragement to stay informed on advancements and ethical considerations in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
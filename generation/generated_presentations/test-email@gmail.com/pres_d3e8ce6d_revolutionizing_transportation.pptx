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Revolutionizing Transportation: Autonomous Cars and 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Promise of Autonomous Vehicles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c9547a60_0c714708_unit0_img0_e1d0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Autonomous vehicles (AVs) aim to redefine transportation, enhancing safety and efficiency.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Potential to drastically reduce traffic congestion and fuel consumption.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Significant reduction in accident rates due to the elimination of human error.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Challenges include achieving Level 5 autonomy amidst technical, legal, and ethical hurdles.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Technical Foundations of AVs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AVs rely on advanced sensors like LiDAR, radar, and high-resolution cameras for environment perception.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Sensor fusion is critical for accurate navigation and decision-making in complex scenarios.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Continuous improvement in AI algorithms enhances the reliability of AV systems.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Collaboration with tech partners is essential for overcoming engineering challenges.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Generative AI: Transforming Industries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7_img_002_a08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Generative AI (Gen AI) enables innovative solutions across various sectors, including automotive.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Applications include intelligent assistants, automated insight generation, and smart documentation management.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Gen AI enhances business process automation, improving operational efficiency and decision-making.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Proven expertise in developing LLM-based solutions tailored to industry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Gen AI in the Automotive Sector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2_244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Gen AI solutions for automotive were recognized as top finalists in industry hackathons.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Applications include dynamic RFP response generation and enterprise document summarization.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LLM-powered chatbots enhance customer engagement and streamline service processes.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Collaboration with automotive leaders is key to driving innovation and adoption.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of Autonomous Cars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AVs can lead to significant cost savings for businesses through reduced liability and insurance costs.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Enhanced logistics and supply chain efficiency through autonomous delivery systems.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Potential for new revenue streams via ride-sharing and mobility-as-a-service models.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Improved customer satisfaction through enhanced safety and convenience.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Challenges and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Navigating regulatory frameworks and public acceptance is critical for AV deployment.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Addressing ethical concerns surrounding AI decision-making in critical situations.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Investment in infrastructure to support AV technology is necessary for widespread adoption.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Ongoing research and development are essential to overcome technical barriers.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Outlook and 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8_img_005_c72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The convergence of AVs and Gen AI presents unique opportunities for innovation.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Potential for partnerships between tech companies and automotive manufacturers.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Emerging markets for AV technology in urban planning and smart city initiatives.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Continuous evolution of AI capabilities will drive further advancements in autonomous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8_img_008_3f75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Invest in partnerships that leverage Gen AI for enhancing AV capabilities.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Engage in pilot programs to test and validate autonomous solutions.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Stay informed on regulatory changes and technological advancements in the AV space.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Join the movement towards a safer, more efficient future in transportation.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
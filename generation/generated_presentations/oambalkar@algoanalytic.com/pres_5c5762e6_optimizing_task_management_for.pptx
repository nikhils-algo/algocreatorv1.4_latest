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Productivity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significance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how effective task management can lead to improved team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prioritizing tasks to align with organizational goals.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Identify and define tasks clearly to avoid ambiguity.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 tools like AlgoCreator for structured task creation.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Incorporate feedback loops to refine task definitions based on team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Developing User Interfaces for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Creating a basic UI for task management tools to enhance user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intuitive design in reducing training time for new users.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Iterative design process to incorporate user feedback and improve functionality.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Integrating APIs for Enhanced Functionality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API integration for seamless task management.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Creating a dynamic login page to enhance user engagement.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a centralized system for managing user credentials and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Dynamic Features for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dynamic previews for generated outputs, such as PPTs.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Redux for effective state management across the application.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user satisfaction through real-time updates and previews.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Prioritization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Methods for prioritizing tasks based on urgency and importance.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tools like Eisenhower Matrix for effective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Aligning task priorities with strategic business objectives.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Monitoring and Evaluating Task Progress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Setting up KPIs to measure task completion and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Regular check-ins and updates to ensure accountability.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project management tools for tracking progress and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Identifying common challenges such as scope creep and resource allocation.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for overcoming obstacles in task execution.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adaptability in managing unexpected changes.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Recap of the importance of effective task management in achieving business goals.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to adopt best practices and tools discussed.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team collaboration in refining task management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
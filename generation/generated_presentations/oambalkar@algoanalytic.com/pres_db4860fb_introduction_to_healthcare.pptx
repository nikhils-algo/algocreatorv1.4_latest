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Introduction to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Role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 technologies are transforming healthcare delivery and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applications include predictive analytics, patient management, and clinical decision support.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 enhances diagnostic accuracy through advanced data analysis and pattern recognition.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Healthcare and Pharma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healthcare sector is rapidly evolving with the integration of next-gen technologies.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Pharmaceutical innovations are driven by data analytics and AI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studies demonstrate successful AI implementations in improving patient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Next-Gen Technologies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AI for Cloud: Streamlining healthcare operations through scalable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Machine Learning Ops (ML Ops) enhances data management and operational workflows.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Natural Language Processing (NLP) applications improve patient interaction and data extraction.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Evolution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Significant advancements from the 1970s MYCIN program to modern AI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rise of Generative AI is reshaping medical imaging and diagnostics.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Increased computing power and genomic data availability drive AI adoption.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Studies in Healthcare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Successful AI implementations have led to improved patient care and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Case studies highlight the impact of AI on drug discovery and personalized treatment plans.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Insights from past projects guide future AI strategy in healthcare organizations.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and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Data privacy concerns and ethical implications must be addressed in AI deployment.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Embedded biases in AI algorithms can affect clinical outcomes and patient trust.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Robustness and explainability of AI systems are critical for regulatory compliance.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Directions in Healthcare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Continued investment in AI technologies will enhance predictive health outcomes.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Healthcare chatbots and virtual assistants will improve patient engagement.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integration of AI in clinical workflows will drive efficiency and accuracy in healthcare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
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Optimizing Task Management for Enhanced Productivity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Understanding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Definition of task management and its importance in business operations.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Overview of how effective task management can drive productivity.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Key components of task management: planning, execution, and monitoring.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Current Challenges in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Common obstacles faced by teams in managing tasks effectively.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Impact of poor task management on project timelines and outcomes.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Need for streamlined processes and tools to enhance efficiency.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Case Study: Healthcare and Pharma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Insights from past projects with healthcare and pharma organizations.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How task management was optimized to improve project delivery.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Results achieved through effective task allocation and monitoring.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Creation: UI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Task example: Creating a basic UI for AlgoCreator version 4.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Importance of user-friendly interfaces in task management tools.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Enhancing user experience to facilitate better task tracking.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Integration of APIs for Enhanced Functionality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Task example: API integration for login page and dynamic PPT previews.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Benefits of integrating APIs for seamless user experiences.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Utilizing Redux for effective state management in task applications.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Dynamic Task Previews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Creating dynamic previews to visualize task outcomes.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How real-time updates can enhance decision-making.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Case study on the impact of dynamic previews in project management.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Prioritization Techniques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Strategies for prioritizing tasks to align with business goals.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Methods such as the Eisenhower Matrix for effective prioritization.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Impact of prioritization on team focus and productivity.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Monitoring and Reporting Progress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Importance of tracking task progress for accountability.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Tools and metrics for effective task monitoring.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Reporting frameworks that enhance visibility and decision-making.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Leveraging Technology for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Overview of task management software and tools available.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Benefits of using technology to automate task assignments.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Case examples of successful technology implementation in task management.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Future Trends in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Emerging trends that will shape the future of task management.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The role of AI and machine learning in optimizing task workflows.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Predictions on how task management will evolve in the next decade.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 and Key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Summary of key points discussed in the presentation.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The importance of continuous improvement in task management.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Call to action for adopting best practices in task management.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Q&amp;A 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Open the floor for questions from the audience.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Encourage discussion on specific challenges faced in task management.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Provide additional insights based on audience inquiries.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
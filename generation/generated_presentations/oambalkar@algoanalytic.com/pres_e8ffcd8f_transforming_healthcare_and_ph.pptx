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Transforming Healthcare and Pharma: Insights and Case Studies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96FF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Introduction to Healthcare and Pharma Challenges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Increasing regulatory pressures impacting operational efficiency.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Rising costs of drug development and market entry.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Need for enhanced patient engagement and personalized medicine.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Our Approach to Solutions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Utilizing advanced analytics to drive data-informed decision-making.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Implementing technology solutions for streamlined operations.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Fostering collaboration between stakeholders for holistic healthcare solutions.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Case Study: Improving Patient Outcomes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Developed a predictive analytics model for patient risk stratification.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Resulted in a 20% reduction in hospital readmission rates.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Enhanced care coordination through integrated health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Case Study: Streamlining Drug Development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Implemented an AI-driven platform to optimize clinical trial processes.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Reduced time-to-market by 30% for new pharmaceuticals.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Improved data accuracy and compliance with regulatory standards.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Case Study: Enhancing Operational Efficiency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Adopted a cloud-based ERP system for real-time data access.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Achieved a 15% decrease in operational costs through process automation.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Enabled better resource allocation and inventory management.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Key Takeaways from Our Case Studies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Data-driven strategies lead to significant improvements in patient care.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Technology adoption is crucial for staying competitive in the market.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Collaboration and stakeholder engagement are essential for success.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Future Trends in Healthcare and Pharma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Increased focus on telehealth and remote patient monitoring.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Growth of personalized medicine driven by genomic data.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Emergence of blockchain for secure and transparent health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Conclusion and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Emphasize the importance of innovation in healthcare delivery.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Encourage stakeholders to invest in technology and analytics.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Outline a roadmap for implementing best practices in operations.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
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Transforming Healthcare and Pharma: Insights and Case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Introduction to Healthcare and Pharma Challenges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Increasing regulatory pressures impacting operational efficiency.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Rising costs of drug development and patient care.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Need for data-driven decision-making to enhance patient outcomes.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Role of Analytics in Healthcare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Utilizing predictive analytics for patient risk stratification.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Improving clinical trial efficiency through data insights.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Enhancing operational workflows with real-time data monitoring.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Case Study: Optimizing Clinical Trials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Implemented analytics to reduce trial duration by 30%.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Increased patient recruitment efficiency through targeted outreach.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Achieved a 25% reduction in overall trial costs.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Case Study: Enhancing Patient 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Developed a predictive model to identify high-risk patients.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Reduced hospital readmission rates by 15% through proactive interventions.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Improved patient satisfaction scores through personalized care plans.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Data Integration Strategies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Combining EHR data with external health datasets for comprehensive insights.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Implementing cloud-based solutions for seamless data access.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Ensuring compliance with data privacy regulations during integration.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The Impact of AI and Machine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Leveraging AI for drug discovery, reducing time to market.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Utilizing machine learning algorithms for personalized medicine.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Enhancing diagnostic accuracy through advanced imaging analytics.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Cost-Benefit Analysis of Analytics Implementation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Quantifying ROI from analytics initiatives in healthcare.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Assessing long-term savings versus initial investment costs.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Identifying key performance indicators to measure success.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Regulatory Compliance and Risk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Navigating complex regulatory landscapes with data analytics.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Implementing risk management frameworks to mitigate compliance risks.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Utilizing analytics to ensure adherence to FDA and EMA guidelines.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Future Trends in Healthcare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Emergence of real-time analytics for immediate decision-making.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Growth of telehealth and its impact on data collection.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Increased focus on patient-centered care through analytics.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Collaborative Partnerships in Healthcare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Building alliances with tech firms for innovative solutions.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Engaging with academic institutions for research collaboration.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Fostering partnerships with payers to enhance value-based care.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Implementation Roadmap for Analytics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Defining clear objectives and success metrics for analytics projects.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Establishing a phased approach for technology adoption.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Ensuring stakeholder engagement throughout the implementation process.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Measuring Success and Outcomes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Utilizing dashboards to track key performance indicators.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Conducting regular reviews to assess project impact.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Gathering feedback from stakeholders to refine analytics strategies.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Conclusion: The Future of Healthcare and Pharma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Emphasizing the importance of data-driven strategies.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Recognizing the potential of analytics to transform patient care.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Encouraging ongoing innovation and adaptation in the industry.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Q&amp;A Session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Open the floor for questions from the audience.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Encourage discussion on specific case studies presented.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Invite feedback on analytics strategies and future initiatives.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
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28800" y="9144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572000" y="13716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7315200" y="1828800"/>
            <a:ext cx="1097280" cy="1097280"/>
          </a:xfrm>
          <a:prstGeom prst="ellipse">
            <a:avLst/>
          </a:prstGeom>
          <a:solidFill>
            <a:srgbClr val="1E1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0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Segoe UI"/>
              </a:defRPr>
            </a:pPr>
            <a:r>
              <a:t>Optimizing Task Management for Enhanced Business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474720"/>
            <a:ext cx="85313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96FF"/>
                </a:solidFill>
                <a:latin typeface="Segoe UI"/>
              </a:defRPr>
            </a:pPr>
            <a:r>
              <a:t>Advanced AI Solutions for Manufacturing Excellence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6126480"/>
            <a:ext cx="6702552" cy="27432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Understanding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Definition of task management and its importance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role of effective task management in enhancing productivity.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components of task management systems.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Case Study: Healthcare and Pharma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Overview of past projects with healthcare and pharma organizations.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Impact of task management on project outcomes in these sectors.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Lessons learned from case studies that can be applied to other industries.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Creation: UI Development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1: Developing a user-friendly interface for AlgoCreator version 4.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UI in improving user engagement and task completion rates.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Best practices for UI design in task management applications.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Enhancing Functionality: API Integration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2: Integration of API for a seamless login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Dynamic preview feature for generated presentations to enhance user experience.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Utilizing Redux for effective state management in task applications.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Multi-Language Support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Task 4: Implementation of multi-language support for global accessibility.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Languages included: English, Hindi, Japanese, Spanish, and German.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Benefits of multi-language support in expanding market reach.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Task Automation and Efficiency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How automation of tasks can lead to increased efficiency.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Examples of automated tasks in business operations.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for implementing automation in task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Measuring Task Outcomes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Importance of measuring task outcomes for continuous improvement.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Key performance indicators (KPIs) to track task effectiveness.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Using data analytics to refine task management processes.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Challenges in Task Management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8580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7512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Common challenges faced in task management across industries.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Strategies to overcome these challenges effectively.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The role of leadership in fostering a culture of effective task management.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323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068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8288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2004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0" y="6217920"/>
            <a:ext cx="91440" cy="36576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Segoe UI"/>
              </a:defRPr>
            </a:pPr>
            <a:r>
              <a:t>Conclusion and Next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188720"/>
            <a:ext cx="4846320" cy="4754880"/>
          </a:xfrm>
          <a:prstGeom prst="rect">
            <a:avLst/>
          </a:prstGeom>
          <a:solidFill>
            <a:srgbClr val="1919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303520" y="1188720"/>
            <a:ext cx="6400800" cy="4754880"/>
          </a:xfrm>
          <a:prstGeom prst="rect">
            <a:avLst/>
          </a:prstGeom>
          <a:solidFill>
            <a:srgbClr val="1E1E1E"/>
          </a:solidFill>
          <a:ln w="25400">
            <a:solidFill>
              <a:srgbClr val="009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120640" y="1188720"/>
            <a:ext cx="365760" cy="4754880"/>
          </a:xfrm>
          <a:prstGeom prst="rect">
            <a:avLst/>
          </a:prstGeom>
          <a:solidFill>
            <a:srgbClr val="009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323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1645920"/>
            <a:ext cx="4297680" cy="3200400"/>
          </a:xfrm>
          <a:prstGeom prst="rect">
            <a:avLst/>
          </a:prstGeom>
          <a:solidFill>
            <a:srgbClr val="28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2880360"/>
            <a:ext cx="5486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B4B4B4"/>
                </a:solidFill>
              </a:defRPr>
            </a:pPr>
            <a:r>
              <a:t>🖼️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29000"/>
            <a:ext cx="4297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B4B4B4"/>
                </a:solidFill>
                <a:latin typeface="Segoe UI"/>
              </a:defRPr>
            </a:pPr>
            <a:r>
              <a:t>Visual Content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1645920"/>
            <a:ext cx="54864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Summary of key takeaways from the presentation.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Actionable next steps for implementing improved task management strategies.</a:t>
            </a:r>
          </a:p>
          <a:p>
            <a:pPr>
              <a:lnSpc>
                <a:spcPct val="140000"/>
              </a:lnSpc>
              <a:spcAft>
                <a:spcPts val="1200"/>
              </a:spcAft>
              <a:defRPr sz="1600">
                <a:solidFill>
                  <a:srgbClr val="FFFFFF"/>
                </a:solidFill>
                <a:latin typeface="Segoe UI"/>
              </a:defRPr>
            </a:pPr>
            <a:r>
              <a:t>▸ • Encouragement to leverage technology for enhanced task management.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0" y="1371600"/>
            <a:ext cx="5486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096FF"/>
                </a:solidFill>
                <a:latin typeface="Segoe UI"/>
              </a:defRPr>
            </a:pPr>
            <a:r>
              <a:t>KEY POINTS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543032" y="6400800"/>
            <a:ext cx="1188720" cy="320040"/>
          </a:xfrm>
          <a:prstGeom prst="roundRect">
            <a:avLst/>
          </a:prstGeom>
          <a:solidFill>
            <a:srgbClr val="282828"/>
          </a:solidFill>
          <a:ln w="12700">
            <a:solidFill>
              <a:srgbClr val="3C3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43032" y="6400800"/>
            <a:ext cx="1188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>
                <a:solidFill>
                  <a:srgbClr val="B4B4B4"/>
                </a:solidFill>
                <a:latin typeface="Segoe UI"/>
              </a:defRPr>
            </a:pPr>
            <a: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
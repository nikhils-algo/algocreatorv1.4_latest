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Technical Approach to AI-Powered Data 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Overview of FloatChat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oambalkar@algoanalytic.com_session_16d1e6d4_20251119_015633_673d34a4_unit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3931920" cy="2834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FloatChat is an AI-powered conversational interface designed for ARGO ocean data discovery.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Utilizes advanced technologies to enhance user interaction with complex datasets.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Focuses on providing a no-code solution for researchers and scientists, simplifying data access.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Technical Stack and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Built on a robust tech stack including Python, FastAPI, LangChain, Gemini, and MySQL.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Scalable architecture designed to handle high traffic and large datasets efficiently.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MySQL serves as a reliable database solution, supporting complex queries and future expansion.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Risk Management Strategies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Market Risk: Building trust within the scientific community is crucial for user adoption.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Operational Risk: Dependency on external services necessitates a robust monitoring system.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Implement caching strategies to reduce costs and improve response times for frequent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Feasibility and Viability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High demand in academia for tools that simplify access to complex scientific data.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Limited competition in the market for conversational, no-code interfaces.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Technical risks include potential inaccuracies in SQL generation by the AI, impacting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Engagement and Feedback Mechanisms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Active engagement with university and research communities to gather feedback.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Ensuring the tool meets rigorous standards for precision and transparency.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Continuous improvement based on user insights to foster trust and enhance adoption.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
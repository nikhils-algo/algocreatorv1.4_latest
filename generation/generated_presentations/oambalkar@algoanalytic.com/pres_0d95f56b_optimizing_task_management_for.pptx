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Business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importance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enhance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components of task management systems: planning, execution, and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A Case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Example of creating a basic UI for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user-friendly interfaces in task management tools.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UI design on user engagement and task completion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Integrating APIs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API integration for login pages and dynamic previews.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using Redux for state management in task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dynamic previews can improve user experience and task clarity.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Management in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studies showcasing task management in healthcare organizations.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efficient task management on patient care and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Examples of successful task management implementations in pharma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Leveraging Technology for Task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advanced analytics for task prioritization.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Role of AI in automating routine tasks and enhancing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real-time tracking and reporting in task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Management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for evaluating task management effectiveness.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Methods for gathering feedback and continuous improvement.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aligning tasks with business goals for measurable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Common challenges faced in task management across industries.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to overcome resistance to change in task processes.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training and support for successful task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Emerging technologies shaping the future of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growing importance of remote task management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Predictions for task management evolution in the next decade.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Summary of key points discussed in the presentation.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adopting effective task management practices.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to explore new tools and technologies for task optimization.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
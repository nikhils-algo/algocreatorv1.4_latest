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Optimizing Task Management for Enhanced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Understanding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Definition of task management and its significance in business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how effective task management can streamline workflows.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prioritizing tasks to align with organizational goals.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Healthcare and Pharma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Analysis of past projects with healthcare and pharma organizations.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Demonstrated results in task management efficiency and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Insights gained from case studies that can be applied to other sectors.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Creation: UI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Developing a user-friendly interface for task management tools.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feedback from users to enhance the UI of AlgoCreator version 4.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role of UI in improving user engagement and task completion rates.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Integration of APIs for Enhanced Functionality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Creating and integrating APIs for seamless login experiences.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Implementing dynamic previews for generated presentations to improve usability.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Leveraging Redux for efficient state management in task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Multi-Language Support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multi-language support in global business environments.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Adding support for languages such as English, Hindi, Japanese, Spanish, and German.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Enhancing accessibility and user experience for diverse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Automation and AI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AI models for task automation and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Comparison of AlgoAnalytics model results with IBM Watson for accuracy.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Identifying additional relevant entities through advanced AI capabilities.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Best Practices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for effective task delegation and tracking.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technology to monitor task progress and outcomes.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Encouraging team collaboration and communication for task completion.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Measuring Task Management 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performance indicators (KPIs) for evaluating task management effectiveness.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Regular assessments to identify areas for improvement.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Feedback loops to continuously enhance task management processes.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Recap of the importance of optimizing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Call to action for implementing discussed strategies.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Encouragement for ongoing training and development in task management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
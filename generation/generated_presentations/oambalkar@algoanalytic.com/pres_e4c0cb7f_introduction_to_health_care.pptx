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Introduction to Health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Role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AI technologies are transforming patient care through enhanced data analysis.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Applications include predictive analytics for patient outcomes and personalized treatment plans.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AI-driven chatbots improve patient engagement by providing instant medical information.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Healthcare and Pharma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healthcare sector is increasingly reliant on data-driven insights for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Pharmaceutical companies leverage AI for drug discovery and market analysis.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Case studies demonstrate successful AI implementations in improving operational efficiencies.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Studies in Healthcare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Successful AI applications have led to reduced operational costs and improved patient outcomes.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Examples include AI in medical imaging and clinical decision support systems.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Insights from case studies highlight best practices and lessons learned.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Evolution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evolution of AI has been marked by exponential increases in computing power and data availability.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milestones include the introduction of MYCIN in the 1970s and FDA-approved AI applications in recent years.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Current trends show a rise in generative AI applications for diagnostics and patient interaction.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Applications of LLMs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Large Language Models (LLMs) enhance medical transcription and EHR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They support clinical decision-making by providing real-time data analysis.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LLMs also facilitate patient engagement through conversational AI interfaces.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Next-Gen Technologies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AI for Cloud enables scalable healthcare solutions with improved data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Applications include automated patient condition prediction and NLP for clinical notes.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Generative AI and federated learning are paving the way for innovative healthcare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ICD Coding Assistant Using NLP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NLP methodologies streamline the ICD coding process, enhancing coder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solution minimizes errors, reducing the risk of audits related to coding inaccuracies.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Empowers healthcare providers with accurate coding, improving billing and reimbursement processes.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Patient Knowledge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Knowledge graphs transform unstructured patient data into actionable insights.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They facilitate personalized care by enabling healthcare providers to query patient histories effectively.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This technology enhances decision-making and improves overall patient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Future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integration of AI in healthcare is set to revolutionize patient care and operational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Future advancements will focus on ethical AI use, data privacy, and enhancing patient experience.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Organizations must adapt to these changes to remain competitive in the evolving healthcare landscape.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
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Optimizing Task Management for Enhanced 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Understanding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Definition of tasks in a business context: actionable items that contribute to project goals.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task management in ensuring project efficiency and accountability.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Role of technology in streamlining task management processes.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Components of Effective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Clear task definitions: ensuring every task has a specific objective.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Prioritization: assessing the urgency and importance of tasks.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Delegation: assigning tasks based on team members' strengths and availability.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AlgoCreator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1: Creation of a basic UI for AlgoCreator version 4 to enhance user experience.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2: Integration of API for login page, improving security and user access.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3: Development of dynamic preview features for generated PPTs, increasing productivity.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Leveraging Technology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Utilization of project management tools for tracking task progress.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Implementation of state management systems like Redux for efficient data handling.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Adoption of automation tools to reduce manual effort and minimize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Challenges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Common pitfalls: lack of clarity, poor communication, and inadequate resources.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Impact of task overload on team performance and morale.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to mitigate challenges: regular check-ins and feedback loops.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Measuring Task Management 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performance indicators (KPIs) to assess task completion rates.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Feedback mechanisms to evaluate team satisfaction and engagement.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Continuous improvement: using data to refine task management processes.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Real-World Applications: Healthcare and Pharma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Case studies showcasing task management in healthcare projects.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Collaboration with NTT Data Japan for advanced entity recognition tasks.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Results comparison: AlgoAnalytics model performance versus industry benchmarks like IBM Watson.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Trends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Emerging technologies: AI and machine learning in task automation.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shift towards remote and hybrid work environments affecting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adaptability and continuous learning in task management strategies.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Recap of the importance of effective task management for business success.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Call to action: Implementing best practices and leveraging technology.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Encouragement for ongoing evaluation and adaptation of task management strategies.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
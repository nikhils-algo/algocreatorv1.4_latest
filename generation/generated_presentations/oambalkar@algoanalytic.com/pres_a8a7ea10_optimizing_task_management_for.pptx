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Business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importance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lead to improved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components of task management: planning, execution, monitoring, and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Studies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Review of successful task management implementations in healthcare and pharma sectors.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Analysis of case studies highlighting efficiency gains and cost reductions.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Lessons learned from past projects that can be applied to current task management strategies.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UI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user interface (UI) in task management tools for user adoption.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Steps involved in creating a basic UI for task management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Best practices for UI design to enhance user experience and task efficiency.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API Integration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Role of APIs in connecting different task management systems and enhancing functionality.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creating an API for login pages and dynamic content previews.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using Redux for state management in task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Dynamic Task Previews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Introduction to dynamic previews for generated outputs in task management tools.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dynamic previews can improve user engagement and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Technical considerations for implementing dynamic previews effectively.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Conversation Summarizing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conversation summarizing agents and their role in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AI frameworks like LangChain for summarizing customer interactions.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concise summaries in enhancing communication clarity and saving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Leveraging AI for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Integration of AI technologies like GPT-3.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5 for task management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AI can automate repetitive tasks and enhance decision-making processes.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Future trends in AI-driven task management tools and their potential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Management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to evaluate task management effectiveness.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Methods for tracking progress and outcomes of task management initiatives.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continuous improvement based on performance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Summary of key points discussed regarding task management optimization.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implementing discussed strategies in current workflows.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Open floor for questions and collaborative discussion on task management improvements.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
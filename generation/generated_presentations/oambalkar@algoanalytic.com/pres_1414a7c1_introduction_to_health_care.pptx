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68757"/>
            <a:ext cx="12192000" cy="340995"/>
          </a:xfrm>
          <a:custGeom>
            <a:avLst/>
            <a:gdLst/>
            <a:ahLst/>
            <a:cxnLst/>
            <a:rect l="l" t="t" r="r" b="b"/>
            <a:pathLst>
              <a:path w="12192000" h="340995">
                <a:moveTo>
                  <a:pt x="12191759" y="0"/>
                </a:moveTo>
                <a:lnTo>
                  <a:pt x="0" y="0"/>
                </a:lnTo>
                <a:lnTo>
                  <a:pt x="0" y="1447"/>
                </a:lnTo>
                <a:lnTo>
                  <a:pt x="0" y="339128"/>
                </a:lnTo>
                <a:lnTo>
                  <a:pt x="0" y="340563"/>
                </a:lnTo>
                <a:lnTo>
                  <a:pt x="6095885" y="340563"/>
                </a:lnTo>
                <a:lnTo>
                  <a:pt x="12191759" y="340563"/>
                </a:lnTo>
                <a:lnTo>
                  <a:pt x="12191759" y="339128"/>
                </a:lnTo>
                <a:lnTo>
                  <a:pt x="12191759" y="1447"/>
                </a:lnTo>
                <a:lnTo>
                  <a:pt x="12191759" y="0"/>
                </a:lnTo>
                <a:close/>
              </a:path>
            </a:pathLst>
          </a:custGeom>
          <a:solidFill>
            <a:srgbClr val="4371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61" y="67576"/>
            <a:ext cx="6586220" cy="5243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14600"/>
            <a:ext cx="1219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Introduction to Health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The Role of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AI technologies are transforming patient care and operational efficiency.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Applications include predictive analytics, personalized treatment plans, and enhanced diagnostics.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AI-driven tools like chatbots improve patient engagement and information dissemination.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Healthcare and Pharma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The healthcare sector is rapidly evolving with technological advancements.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Pharmaceutical companies are leveraging data analytics for drug discovery and development.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Case studies highlight successful implementations of AI solutions in healthcare settings.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Case Studies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Demonstrated success in using AI for medical imaging and diagnostics.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Enhanced patient outcomes through personalized treatment plans based on data insights.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Collaboration with healthcare organizations to streamline operations and improve care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Evolution of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AI's journey began with early programs like MYCIN for blood infection treatments.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Significant advancements in computing power and data processing capabilities.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Recent years have seen the rise of generative AI applications in diagnostics and patient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Applications of LLMs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Large Language Models (LLMs) enhance medical transcription and clinical decision support.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Applications include predictive health outcomes and personalized treatment recommendations.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Challenges include data privacy, bias, and the need for explainability in AI-driven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Next-Gen Technologies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AI for Cloud enables scalable healthcare solutions and data management.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Innovative applications include NLP for medical text extraction and patient condition prediction.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Generative AI and federated learning are paving the way for advanced healthcare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ICD Coding Assistant Using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Automates ICD code suggestions based on patient medical records.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Utilizes NLP methodologies for classification and extraction, enhancing coder productivity.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Reduces the risk of coding errors, improving compliance and patient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Patient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Transforms unstructured patient data into structured knowledge graphs for better insights.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Facilitates natural language queries to extract relevant patient history and diagnoses.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Supports personalized care strategies by analyzing comprehensive patient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366"/>
                </a:solidFill>
              </a:defRPr>
            </a:pPr>
            <a:r>
              <a:t>Conclusion and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00300"/>
            <a:ext cx="63398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defRPr sz="1800">
                <a:solidFill>
                  <a:srgbClr val="282828"/>
                </a:solidFill>
              </a:defRPr>
            </a:pPr>
            <a:r>
              <a:t>• The integration of AI in healthcare presents significant business opportunities.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Future advancements will focus on enhancing data security and ethical AI practices.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Collaboration between tech and healthcare sectors is crucial for sustainable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Carlito</vt:lpstr>
      <vt:lpstr>DejaVu Sans</vt:lpstr>
      <vt:lpstr>Microsoft YaHei</vt:lpstr>
      <vt:lpstr>Droid Sans Fallback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algolaptop43</cp:lastModifiedBy>
  <cp:revision>1</cp:revision>
  <dcterms:created xsi:type="dcterms:W3CDTF">2025-11-13T09:47:38Z</dcterms:created>
  <dcterms:modified xsi:type="dcterms:W3CDTF">2025-11-13T09:47:38Z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2024-08-30T05:30:00Z</vt:filetime>
  </property>
  <property fmtid="{D5CDD505-2E9C-101B-9397-08002B2CF9AE}" pid="3" name="LastSaved">
    <vt:filetime>2024-08-30T05:30:00Z</vt:filetime>
  </property>
  <property fmtid="{D5CDD505-2E9C-101B-9397-08002B2CF9AE}" pid="4" name="ICV">
    <vt:lpwstr/>
  </property>
  <property fmtid="{D5CDD505-2E9C-101B-9397-08002B2CF9AE}" pid="5" name="KSOProductBuildVer">
    <vt:lpwstr>1033-11.1.0.11723</vt:lpwstr>
  </property>
</Properties>
</file>
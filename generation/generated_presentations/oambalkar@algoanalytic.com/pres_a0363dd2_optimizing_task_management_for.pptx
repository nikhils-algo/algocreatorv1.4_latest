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Optimizing Task Management for Enhanced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Understanding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Definition of task management and its importance in business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how effective task management can lead to increased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components of task management systems and methodologies.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Identifying Key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Categorizing tasks based on urgency and importance.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tools to prioritize tasks effectively.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Aligning tasks with business goals and objectives.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Creation: Case Study - AlgoCreator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1: Development of a basic UI for AlgoCreator version 4.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user interface in enhancing user experience.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for gathering user feedback during UI development.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Integrating APIs for 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2: Integration of API for the login page and dynamic PPT preview.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API integration in streamlining user authentication.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Enhancing user engagement through dynamic content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Leveraging State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Redux for effective state management in applications.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Improving application performance through centralized state control.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Best practices for implementing Redux in task management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Dynamic Preview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Creating a dynamic preview feature for generated PowerPoint presentations.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How dynamic previews can enhance user satisfaction and decision-making.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Technical considerations for implementing dynamic previews.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Delegation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Identifying the right team members for specific tasks.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Techniques for effective delegation and follow-up.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Monitoring progress and providing feedback on delegated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Tools for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popular task management tools and software.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Comparative analysis of features and pricing.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Selecting the right tool based on team size and project complexity.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Measuring Task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performance indicators (KPIs) for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Methods for tracking task completion and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Using data analytics to improve future task management strategies.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Challenges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Common obstacles faced in task management processes.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to overcome resistance to change in task management practices.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continuous improvement in task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Recap of the importance of effective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Call to action: Implementing learned strategies in daily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Encouragement for feedback and continuous learning in task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
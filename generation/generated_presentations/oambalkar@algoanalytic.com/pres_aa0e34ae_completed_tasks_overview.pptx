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Completed Tasks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1: UI Development for AlgoCreator-v4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Designed and implemented a basic user interface for AlgoCreator version 4.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Focused on user experience to enhance usability and accessibility.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Utilized modern design principles to align with corporate branding.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2: API Integration for Enhanced Functionality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Developed and integrated a new API for the login page to streamline user access.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Revamped the login page UI for improved aesthetics and functionality.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Implemented Redux for effective state management, enhancing application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3: Dynamic PPT Preview 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Created a dynamic preview feature for generated PowerPoint presentations.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Enabled real-time updates to enhance user interaction and satisfaction.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Facilitated better decision-making through immediate visual feedback.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4: Multi-Language Support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Added multi-language support for AlgoCreator-v3, including English, Hindi, Japanese, Spanish, and German.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Enhanced accessibility for a diverse user base, promoting inclusivity.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Increased market reach and user engagement across different regions.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5: Conversation Summarizing Agent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Developed a conversation summarizing agent to enhance customer service interactions.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Utilized LangChain and GPT-3.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5 turbo for efficient data processing and summarization.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Improved communication clarity and reduced response times for customer representatives.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6: Framework and Indexing for Document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Implemented a framework using DocArray for efficient document indexing.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Facilitated quick retrieval of customer conversation documents in txt format.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Streamlined the process of summarizing and analyzing customer interactions.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All completed tasks align with strategic goals to enhance product functionality.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Next steps include user feedback collection and further feature enhancements.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Continuous improvement will ensure sustained user engagement and satisfaction.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
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rlito" panose="020F0502020204030204"/>
                <a:cs typeface="Carlito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rlito" panose="020F0502020204030204"/>
                <a:cs typeface="Carlito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rlito" panose="020F0502020204030204"/>
                <a:cs typeface="Carlito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rlito" panose="020F0502020204030204"/>
                <a:cs typeface="Carlito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68757"/>
            <a:ext cx="12192000" cy="340995"/>
          </a:xfrm>
          <a:custGeom>
            <a:avLst/>
            <a:gdLst/>
            <a:ahLst/>
            <a:cxnLst/>
            <a:rect l="l" t="t" r="r" b="b"/>
            <a:pathLst>
              <a:path w="12192000" h="340995">
                <a:moveTo>
                  <a:pt x="12191759" y="0"/>
                </a:moveTo>
                <a:lnTo>
                  <a:pt x="0" y="0"/>
                </a:lnTo>
                <a:lnTo>
                  <a:pt x="0" y="1447"/>
                </a:lnTo>
                <a:lnTo>
                  <a:pt x="0" y="339128"/>
                </a:lnTo>
                <a:lnTo>
                  <a:pt x="0" y="340563"/>
                </a:lnTo>
                <a:lnTo>
                  <a:pt x="6095885" y="340563"/>
                </a:lnTo>
                <a:lnTo>
                  <a:pt x="12191759" y="340563"/>
                </a:lnTo>
                <a:lnTo>
                  <a:pt x="12191759" y="339128"/>
                </a:lnTo>
                <a:lnTo>
                  <a:pt x="12191759" y="1447"/>
                </a:lnTo>
                <a:lnTo>
                  <a:pt x="12191759" y="0"/>
                </a:lnTo>
                <a:close/>
              </a:path>
            </a:pathLst>
          </a:custGeom>
          <a:solidFill>
            <a:srgbClr val="4371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61" y="67576"/>
            <a:ext cx="6586220" cy="5243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rlito" panose="020F0502020204030204"/>
                <a:cs typeface="Carlito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917" y="1577340"/>
            <a:ext cx="1097851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Carlito</vt:lpstr>
      <vt:lpstr>DejaVu Sans</vt:lpstr>
      <vt:lpstr>Microsoft YaHei</vt:lpstr>
      <vt:lpstr>Droid Sans Fallback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algolaptop43</cp:lastModifiedBy>
  <cp:revision>1</cp:revision>
  <dcterms:created xsi:type="dcterms:W3CDTF">2025-11-13T09:47:38Z</dcterms:created>
  <dcterms:modified xsi:type="dcterms:W3CDTF">2025-11-13T09:47:38Z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2024-08-30T05:30:00Z</vt:filetime>
  </property>
  <property fmtid="{D5CDD505-2E9C-101B-9397-08002B2CF9AE}" pid="3" name="LastSaved">
    <vt:filetime>2024-08-30T05:30:00Z</vt:filetime>
  </property>
  <property fmtid="{D5CDD505-2E9C-101B-9397-08002B2CF9AE}" pid="4" name="ICV">
    <vt:lpwstr/>
  </property>
  <property fmtid="{D5CDD505-2E9C-101B-9397-08002B2CF9AE}" pid="5" name="KSOProductBuildVer">
    <vt:lpwstr>1033-11.1.0.11723</vt:lpwstr>
  </property>
</Properties>
</file>